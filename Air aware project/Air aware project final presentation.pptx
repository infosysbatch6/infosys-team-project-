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9" r:id="rId4"/>
    <p:sldId id="258" r:id="rId5"/>
    <p:sldId id="263" r:id="rId6"/>
    <p:sldId id="265" r:id="rId7"/>
    <p:sldId id="264" r:id="rId8"/>
    <p:sldId id="266" r:id="rId9"/>
    <p:sldId id="268" r:id="rId10"/>
    <p:sldId id="270" r:id="rId11"/>
    <p:sldId id="271" r:id="rId12"/>
    <p:sldId id="272" r:id="rId13"/>
    <p:sldId id="273" r:id="rId14"/>
    <p:sldId id="278" r:id="rId15"/>
    <p:sldId id="274" r:id="rId16"/>
    <p:sldId id="276" r:id="rId17"/>
    <p:sldId id="275" r:id="rId18"/>
    <p:sldId id="27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399592-7217-4FF9-9954-3BD98F2A1119}" v="75" dt="2026-01-14T07:02:49.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ela ruchitha" userId="fda2a83378fd8632" providerId="LiveId" clId="{EBE2AFD5-0948-485D-B727-60231ACFCE2F}"/>
    <pc:docChg chg="undo custSel addSld delSld modSld sldOrd">
      <pc:chgData name="mallela ruchitha" userId="fda2a83378fd8632" providerId="LiveId" clId="{EBE2AFD5-0948-485D-B727-60231ACFCE2F}" dt="2026-01-14T07:03:53.993" v="1050" actId="20577"/>
      <pc:docMkLst>
        <pc:docMk/>
      </pc:docMkLst>
      <pc:sldChg chg="modSp mod">
        <pc:chgData name="mallela ruchitha" userId="fda2a83378fd8632" providerId="LiveId" clId="{EBE2AFD5-0948-485D-B727-60231ACFCE2F}" dt="2025-12-30T18:12:33.415" v="892" actId="20577"/>
        <pc:sldMkLst>
          <pc:docMk/>
          <pc:sldMk cId="1931348616" sldId="256"/>
        </pc:sldMkLst>
        <pc:spChg chg="mod">
          <ac:chgData name="mallela ruchitha" userId="fda2a83378fd8632" providerId="LiveId" clId="{EBE2AFD5-0948-485D-B727-60231ACFCE2F}" dt="2025-12-30T18:12:33.415" v="892" actId="20577"/>
          <ac:spMkLst>
            <pc:docMk/>
            <pc:sldMk cId="1931348616" sldId="256"/>
            <ac:spMk id="6" creationId="{E4B9BBC1-E3C5-8A51-4689-533F897E6688}"/>
          </ac:spMkLst>
        </pc:spChg>
        <pc:picChg chg="mod">
          <ac:chgData name="mallela ruchitha" userId="fda2a83378fd8632" providerId="LiveId" clId="{EBE2AFD5-0948-485D-B727-60231ACFCE2F}" dt="2025-12-30T18:11:41.052" v="890" actId="14100"/>
          <ac:picMkLst>
            <pc:docMk/>
            <pc:sldMk cId="1931348616" sldId="256"/>
            <ac:picMk id="4" creationId="{55592E3B-B219-DC7F-E01A-F3AC1B5EBF21}"/>
          </ac:picMkLst>
        </pc:picChg>
      </pc:sldChg>
      <pc:sldChg chg="modSp mod">
        <pc:chgData name="mallela ruchitha" userId="fda2a83378fd8632" providerId="LiveId" clId="{EBE2AFD5-0948-485D-B727-60231ACFCE2F}" dt="2025-12-30T14:47:56.584" v="747" actId="20577"/>
        <pc:sldMkLst>
          <pc:docMk/>
          <pc:sldMk cId="2905294808" sldId="257"/>
        </pc:sldMkLst>
        <pc:spChg chg="mod">
          <ac:chgData name="mallela ruchitha" userId="fda2a83378fd8632" providerId="LiveId" clId="{EBE2AFD5-0948-485D-B727-60231ACFCE2F}" dt="2025-12-30T14:47:56.584" v="747" actId="20577"/>
          <ac:spMkLst>
            <pc:docMk/>
            <pc:sldMk cId="2905294808" sldId="257"/>
            <ac:spMk id="6" creationId="{F31FCE22-8154-6F49-9CA2-28CED4F9A174}"/>
          </ac:spMkLst>
        </pc:spChg>
      </pc:sldChg>
      <pc:sldChg chg="modSp mod">
        <pc:chgData name="mallela ruchitha" userId="fda2a83378fd8632" providerId="LiveId" clId="{EBE2AFD5-0948-485D-B727-60231ACFCE2F}" dt="2025-12-30T14:45:57.236" v="725" actId="20577"/>
        <pc:sldMkLst>
          <pc:docMk/>
          <pc:sldMk cId="1050748738" sldId="259"/>
        </pc:sldMkLst>
        <pc:spChg chg="mod">
          <ac:chgData name="mallela ruchitha" userId="fda2a83378fd8632" providerId="LiveId" clId="{EBE2AFD5-0948-485D-B727-60231ACFCE2F}" dt="2025-12-30T14:29:27.354" v="685" actId="207"/>
          <ac:spMkLst>
            <pc:docMk/>
            <pc:sldMk cId="1050748738" sldId="259"/>
            <ac:spMk id="2" creationId="{5FC315F6-5A80-6965-70DC-639D1C623F9E}"/>
          </ac:spMkLst>
        </pc:spChg>
        <pc:spChg chg="mod">
          <ac:chgData name="mallela ruchitha" userId="fda2a83378fd8632" providerId="LiveId" clId="{EBE2AFD5-0948-485D-B727-60231ACFCE2F}" dt="2025-12-30T14:45:57.236" v="725" actId="20577"/>
          <ac:spMkLst>
            <pc:docMk/>
            <pc:sldMk cId="1050748738" sldId="259"/>
            <ac:spMk id="3" creationId="{8FE52971-92FF-49C3-221B-701B12D55DC1}"/>
          </ac:spMkLst>
        </pc:spChg>
      </pc:sldChg>
      <pc:sldChg chg="addSp modSp new mod">
        <pc:chgData name="mallela ruchitha" userId="fda2a83378fd8632" providerId="LiveId" clId="{EBE2AFD5-0948-485D-B727-60231ACFCE2F}" dt="2025-12-30T18:04:38.566" v="863" actId="1076"/>
        <pc:sldMkLst>
          <pc:docMk/>
          <pc:sldMk cId="649824649" sldId="263"/>
        </pc:sldMkLst>
        <pc:picChg chg="add mod">
          <ac:chgData name="mallela ruchitha" userId="fda2a83378fd8632" providerId="LiveId" clId="{EBE2AFD5-0948-485D-B727-60231ACFCE2F}" dt="2025-12-30T18:04:38.566" v="863" actId="1076"/>
          <ac:picMkLst>
            <pc:docMk/>
            <pc:sldMk cId="649824649" sldId="263"/>
            <ac:picMk id="2" creationId="{31474D75-18CA-7736-203D-F10E284866A8}"/>
          </ac:picMkLst>
        </pc:picChg>
      </pc:sldChg>
      <pc:sldChg chg="modSp new mod ord">
        <pc:chgData name="mallela ruchitha" userId="fda2a83378fd8632" providerId="LiveId" clId="{EBE2AFD5-0948-485D-B727-60231ACFCE2F}" dt="2025-12-30T18:05:54.888" v="873" actId="14100"/>
        <pc:sldMkLst>
          <pc:docMk/>
          <pc:sldMk cId="2910260881" sldId="264"/>
        </pc:sldMkLst>
        <pc:spChg chg="mod">
          <ac:chgData name="mallela ruchitha" userId="fda2a83378fd8632" providerId="LiveId" clId="{EBE2AFD5-0948-485D-B727-60231ACFCE2F}" dt="2025-12-30T18:05:11.972" v="865" actId="2711"/>
          <ac:spMkLst>
            <pc:docMk/>
            <pc:sldMk cId="2910260881" sldId="264"/>
            <ac:spMk id="2" creationId="{B3520327-6DD1-7B03-D7E8-DB2842574714}"/>
          </ac:spMkLst>
        </pc:spChg>
        <pc:spChg chg="mod">
          <ac:chgData name="mallela ruchitha" userId="fda2a83378fd8632" providerId="LiveId" clId="{EBE2AFD5-0948-485D-B727-60231ACFCE2F}" dt="2025-12-30T18:05:54.888" v="873" actId="14100"/>
          <ac:spMkLst>
            <pc:docMk/>
            <pc:sldMk cId="2910260881" sldId="264"/>
            <ac:spMk id="3" creationId="{D2162299-380B-6D80-455B-1266496DB727}"/>
          </ac:spMkLst>
        </pc:spChg>
      </pc:sldChg>
      <pc:sldChg chg="addSp modSp new mod">
        <pc:chgData name="mallela ruchitha" userId="fda2a83378fd8632" providerId="LiveId" clId="{EBE2AFD5-0948-485D-B727-60231ACFCE2F}" dt="2025-12-30T13:24:22.334" v="25" actId="14100"/>
        <pc:sldMkLst>
          <pc:docMk/>
          <pc:sldMk cId="3045376220" sldId="265"/>
        </pc:sldMkLst>
        <pc:picChg chg="add mod">
          <ac:chgData name="mallela ruchitha" userId="fda2a83378fd8632" providerId="LiveId" clId="{EBE2AFD5-0948-485D-B727-60231ACFCE2F}" dt="2025-12-30T13:24:22.334" v="25" actId="14100"/>
          <ac:picMkLst>
            <pc:docMk/>
            <pc:sldMk cId="3045376220" sldId="265"/>
            <ac:picMk id="2" creationId="{D10F0CA4-2A7F-807E-6A3E-01B088089DEA}"/>
          </ac:picMkLst>
        </pc:picChg>
      </pc:sldChg>
      <pc:sldChg chg="modSp new mod">
        <pc:chgData name="mallela ruchitha" userId="fda2a83378fd8632" providerId="LiveId" clId="{EBE2AFD5-0948-485D-B727-60231ACFCE2F}" dt="2025-12-30T18:09:57.591" v="884" actId="207"/>
        <pc:sldMkLst>
          <pc:docMk/>
          <pc:sldMk cId="3444065417" sldId="266"/>
        </pc:sldMkLst>
        <pc:spChg chg="mod">
          <ac:chgData name="mallela ruchitha" userId="fda2a83378fd8632" providerId="LiveId" clId="{EBE2AFD5-0948-485D-B727-60231ACFCE2F}" dt="2025-12-30T18:09:57.591" v="884" actId="207"/>
          <ac:spMkLst>
            <pc:docMk/>
            <pc:sldMk cId="3444065417" sldId="266"/>
            <ac:spMk id="2" creationId="{0D33DC93-66EA-C75F-B220-5D8BA9363D87}"/>
          </ac:spMkLst>
        </pc:spChg>
        <pc:spChg chg="mod">
          <ac:chgData name="mallela ruchitha" userId="fda2a83378fd8632" providerId="LiveId" clId="{EBE2AFD5-0948-485D-B727-60231ACFCE2F}" dt="2025-12-30T18:09:51.950" v="883" actId="207"/>
          <ac:spMkLst>
            <pc:docMk/>
            <pc:sldMk cId="3444065417" sldId="266"/>
            <ac:spMk id="3" creationId="{229F5C1A-EC12-C897-2827-75783FFACAF4}"/>
          </ac:spMkLst>
        </pc:spChg>
      </pc:sldChg>
      <pc:sldChg chg="addSp delSp modSp new mod">
        <pc:chgData name="mallela ruchitha" userId="fda2a83378fd8632" providerId="LiveId" clId="{EBE2AFD5-0948-485D-B727-60231ACFCE2F}" dt="2025-12-30T14:30:13.797" v="690" actId="207"/>
        <pc:sldMkLst>
          <pc:docMk/>
          <pc:sldMk cId="3390529325" sldId="268"/>
        </pc:sldMkLst>
        <pc:spChg chg="mod">
          <ac:chgData name="mallela ruchitha" userId="fda2a83378fd8632" providerId="LiveId" clId="{EBE2AFD5-0948-485D-B727-60231ACFCE2F}" dt="2025-12-30T14:30:13.797" v="690" actId="207"/>
          <ac:spMkLst>
            <pc:docMk/>
            <pc:sldMk cId="3390529325" sldId="268"/>
            <ac:spMk id="2" creationId="{24DF7C56-5240-3973-C1A3-93ECE82283F4}"/>
          </ac:spMkLst>
        </pc:spChg>
        <pc:spChg chg="mod">
          <ac:chgData name="mallela ruchitha" userId="fda2a83378fd8632" providerId="LiveId" clId="{EBE2AFD5-0948-485D-B727-60231ACFCE2F}" dt="2025-12-30T13:36:25.260" v="123" actId="12"/>
          <ac:spMkLst>
            <pc:docMk/>
            <pc:sldMk cId="3390529325" sldId="268"/>
            <ac:spMk id="3" creationId="{1E9F2367-44C8-B53D-B575-EE87F9714A0F}"/>
          </ac:spMkLst>
        </pc:spChg>
        <pc:spChg chg="mod">
          <ac:chgData name="mallela ruchitha" userId="fda2a83378fd8632" providerId="LiveId" clId="{EBE2AFD5-0948-485D-B727-60231ACFCE2F}" dt="2025-12-30T13:37:12.834" v="125" actId="12"/>
          <ac:spMkLst>
            <pc:docMk/>
            <pc:sldMk cId="3390529325" sldId="268"/>
            <ac:spMk id="4" creationId="{F6969BFE-B10E-A016-E5BB-61B98E5A3495}"/>
          </ac:spMkLst>
        </pc:spChg>
      </pc:sldChg>
      <pc:sldChg chg="modSp new mod ord">
        <pc:chgData name="mallela ruchitha" userId="fda2a83378fd8632" providerId="LiveId" clId="{EBE2AFD5-0948-485D-B727-60231ACFCE2F}" dt="2025-12-30T18:10:08.246" v="886" actId="27636"/>
        <pc:sldMkLst>
          <pc:docMk/>
          <pc:sldMk cId="1739309754" sldId="270"/>
        </pc:sldMkLst>
        <pc:spChg chg="mod">
          <ac:chgData name="mallela ruchitha" userId="fda2a83378fd8632" providerId="LiveId" clId="{EBE2AFD5-0948-485D-B727-60231ACFCE2F}" dt="2025-12-30T14:30:36.995" v="692" actId="207"/>
          <ac:spMkLst>
            <pc:docMk/>
            <pc:sldMk cId="1739309754" sldId="270"/>
            <ac:spMk id="2" creationId="{C4A0D599-4893-F520-9756-8472BBFB3BB8}"/>
          </ac:spMkLst>
        </pc:spChg>
        <pc:spChg chg="mod">
          <ac:chgData name="mallela ruchitha" userId="fda2a83378fd8632" providerId="LiveId" clId="{EBE2AFD5-0948-485D-B727-60231ACFCE2F}" dt="2025-12-30T18:10:08.246" v="886" actId="27636"/>
          <ac:spMkLst>
            <pc:docMk/>
            <pc:sldMk cId="1739309754" sldId="270"/>
            <ac:spMk id="3" creationId="{CA960850-006A-9F97-48B7-4E36487EC98C}"/>
          </ac:spMkLst>
        </pc:spChg>
      </pc:sldChg>
      <pc:sldChg chg="modSp new mod">
        <pc:chgData name="mallela ruchitha" userId="fda2a83378fd8632" providerId="LiveId" clId="{EBE2AFD5-0948-485D-B727-60231ACFCE2F}" dt="2025-12-30T14:43:02.562" v="722" actId="2"/>
        <pc:sldMkLst>
          <pc:docMk/>
          <pc:sldMk cId="2754712817" sldId="271"/>
        </pc:sldMkLst>
        <pc:spChg chg="mod">
          <ac:chgData name="mallela ruchitha" userId="fda2a83378fd8632" providerId="LiveId" clId="{EBE2AFD5-0948-485D-B727-60231ACFCE2F}" dt="2025-12-30T14:31:01.029" v="694" actId="207"/>
          <ac:spMkLst>
            <pc:docMk/>
            <pc:sldMk cId="2754712817" sldId="271"/>
            <ac:spMk id="2" creationId="{F38F1BC1-0666-9279-60B4-BB9140E4BBB7}"/>
          </ac:spMkLst>
        </pc:spChg>
        <pc:spChg chg="mod">
          <ac:chgData name="mallela ruchitha" userId="fda2a83378fd8632" providerId="LiveId" clId="{EBE2AFD5-0948-485D-B727-60231ACFCE2F}" dt="2025-12-30T14:43:02.562" v="722" actId="2"/>
          <ac:spMkLst>
            <pc:docMk/>
            <pc:sldMk cId="2754712817" sldId="271"/>
            <ac:spMk id="3" creationId="{DEF3A2AE-11C2-4A7C-1052-F81395E43E2C}"/>
          </ac:spMkLst>
        </pc:spChg>
      </pc:sldChg>
      <pc:sldChg chg="modSp new mod">
        <pc:chgData name="mallela ruchitha" userId="fda2a83378fd8632" providerId="LiveId" clId="{EBE2AFD5-0948-485D-B727-60231ACFCE2F}" dt="2025-12-30T14:31:55.364" v="704" actId="207"/>
        <pc:sldMkLst>
          <pc:docMk/>
          <pc:sldMk cId="3942292611" sldId="272"/>
        </pc:sldMkLst>
        <pc:spChg chg="mod">
          <ac:chgData name="mallela ruchitha" userId="fda2a83378fd8632" providerId="LiveId" clId="{EBE2AFD5-0948-485D-B727-60231ACFCE2F}" dt="2025-12-30T14:31:42.767" v="702" actId="255"/>
          <ac:spMkLst>
            <pc:docMk/>
            <pc:sldMk cId="3942292611" sldId="272"/>
            <ac:spMk id="2" creationId="{FE97BD56-1653-6761-FEB3-E1F67B71CFF6}"/>
          </ac:spMkLst>
        </pc:spChg>
        <pc:spChg chg="mod">
          <ac:chgData name="mallela ruchitha" userId="fda2a83378fd8632" providerId="LiveId" clId="{EBE2AFD5-0948-485D-B727-60231ACFCE2F}" dt="2025-12-30T14:31:55.364" v="704" actId="207"/>
          <ac:spMkLst>
            <pc:docMk/>
            <pc:sldMk cId="3942292611" sldId="272"/>
            <ac:spMk id="3" creationId="{BF10E9EB-4843-ECA4-35FF-A03806B757D5}"/>
          </ac:spMkLst>
        </pc:spChg>
      </pc:sldChg>
      <pc:sldChg chg="modSp new mod">
        <pc:chgData name="mallela ruchitha" userId="fda2a83378fd8632" providerId="LiveId" clId="{EBE2AFD5-0948-485D-B727-60231ACFCE2F}" dt="2025-12-30T14:32:35.435" v="708" actId="339"/>
        <pc:sldMkLst>
          <pc:docMk/>
          <pc:sldMk cId="1094514498" sldId="273"/>
        </pc:sldMkLst>
        <pc:spChg chg="mod">
          <ac:chgData name="mallela ruchitha" userId="fda2a83378fd8632" providerId="LiveId" clId="{EBE2AFD5-0948-485D-B727-60231ACFCE2F}" dt="2025-12-30T14:32:06.721" v="705" actId="207"/>
          <ac:spMkLst>
            <pc:docMk/>
            <pc:sldMk cId="1094514498" sldId="273"/>
            <ac:spMk id="2" creationId="{1AA1B673-7EFA-EC25-5B6C-4C82C780F491}"/>
          </ac:spMkLst>
        </pc:spChg>
        <pc:spChg chg="mod ord">
          <ac:chgData name="mallela ruchitha" userId="fda2a83378fd8632" providerId="LiveId" clId="{EBE2AFD5-0948-485D-B727-60231ACFCE2F}" dt="2025-12-30T14:32:17.862" v="706" actId="207"/>
          <ac:spMkLst>
            <pc:docMk/>
            <pc:sldMk cId="1094514498" sldId="273"/>
            <ac:spMk id="3" creationId="{571F2AE3-8652-7F33-1CAA-5E836B25F04D}"/>
          </ac:spMkLst>
        </pc:spChg>
        <pc:spChg chg="mod">
          <ac:chgData name="mallela ruchitha" userId="fda2a83378fd8632" providerId="LiveId" clId="{EBE2AFD5-0948-485D-B727-60231ACFCE2F}" dt="2025-12-30T14:32:35.435" v="708" actId="339"/>
          <ac:spMkLst>
            <pc:docMk/>
            <pc:sldMk cId="1094514498" sldId="273"/>
            <ac:spMk id="4" creationId="{C9DB21AA-5443-8146-62D7-4C659F37DD51}"/>
          </ac:spMkLst>
        </pc:spChg>
      </pc:sldChg>
      <pc:sldChg chg="addSp delSp modSp new mod">
        <pc:chgData name="mallela ruchitha" userId="fda2a83378fd8632" providerId="LiveId" clId="{EBE2AFD5-0948-485D-B727-60231ACFCE2F}" dt="2025-12-30T18:10:52.443" v="889" actId="1076"/>
        <pc:sldMkLst>
          <pc:docMk/>
          <pc:sldMk cId="2757757668" sldId="274"/>
        </pc:sldMkLst>
        <pc:spChg chg="mod">
          <ac:chgData name="mallela ruchitha" userId="fda2a83378fd8632" providerId="LiveId" clId="{EBE2AFD5-0948-485D-B727-60231ACFCE2F}" dt="2025-12-30T14:32:54.470" v="711" actId="207"/>
          <ac:spMkLst>
            <pc:docMk/>
            <pc:sldMk cId="2757757668" sldId="274"/>
            <ac:spMk id="2" creationId="{7DF98004-AE2D-714B-0A34-09E197F8F67D}"/>
          </ac:spMkLst>
        </pc:spChg>
        <pc:spChg chg="add mod">
          <ac:chgData name="mallela ruchitha" userId="fda2a83378fd8632" providerId="LiveId" clId="{EBE2AFD5-0948-485D-B727-60231ACFCE2F}" dt="2025-12-30T14:12:24.693" v="310" actId="1076"/>
          <ac:spMkLst>
            <pc:docMk/>
            <pc:sldMk cId="2757757668" sldId="274"/>
            <ac:spMk id="8" creationId="{BF0D9B30-C087-B6F7-F43C-26F790CFE994}"/>
          </ac:spMkLst>
        </pc:spChg>
        <pc:spChg chg="add mod">
          <ac:chgData name="mallela ruchitha" userId="fda2a83378fd8632" providerId="LiveId" clId="{EBE2AFD5-0948-485D-B727-60231ACFCE2F}" dt="2025-12-30T14:12:57.044" v="314" actId="14100"/>
          <ac:spMkLst>
            <pc:docMk/>
            <pc:sldMk cId="2757757668" sldId="274"/>
            <ac:spMk id="10" creationId="{0C46625D-E30A-8D91-27BC-57916048A267}"/>
          </ac:spMkLst>
        </pc:spChg>
        <pc:spChg chg="add mod">
          <ac:chgData name="mallela ruchitha" userId="fda2a83378fd8632" providerId="LiveId" clId="{EBE2AFD5-0948-485D-B727-60231ACFCE2F}" dt="2025-12-30T14:13:26.815" v="319" actId="14100"/>
          <ac:spMkLst>
            <pc:docMk/>
            <pc:sldMk cId="2757757668" sldId="274"/>
            <ac:spMk id="12" creationId="{6A3DF87E-6191-D3BB-F123-0E4D7BCC6571}"/>
          </ac:spMkLst>
        </pc:spChg>
        <pc:picChg chg="add mod">
          <ac:chgData name="mallela ruchitha" userId="fda2a83378fd8632" providerId="LiveId" clId="{EBE2AFD5-0948-485D-B727-60231ACFCE2F}" dt="2025-12-30T18:10:52.443" v="889" actId="1076"/>
          <ac:picMkLst>
            <pc:docMk/>
            <pc:sldMk cId="2757757668" sldId="274"/>
            <ac:picMk id="4" creationId="{4462167B-243B-585A-CC0E-891F7F04D58A}"/>
          </ac:picMkLst>
        </pc:picChg>
        <pc:picChg chg="add mod">
          <ac:chgData name="mallela ruchitha" userId="fda2a83378fd8632" providerId="LiveId" clId="{EBE2AFD5-0948-485D-B727-60231ACFCE2F}" dt="2025-12-30T14:13:38.164" v="322" actId="1076"/>
          <ac:picMkLst>
            <pc:docMk/>
            <pc:sldMk cId="2757757668" sldId="274"/>
            <ac:picMk id="5" creationId="{30417539-85B4-7FEE-E3FB-53DFCB12CA2F}"/>
          </ac:picMkLst>
        </pc:picChg>
        <pc:picChg chg="add mod">
          <ac:chgData name="mallela ruchitha" userId="fda2a83378fd8632" providerId="LiveId" clId="{EBE2AFD5-0948-485D-B727-60231ACFCE2F}" dt="2025-12-30T14:11:39.596" v="304" actId="14100"/>
          <ac:picMkLst>
            <pc:docMk/>
            <pc:sldMk cId="2757757668" sldId="274"/>
            <ac:picMk id="6" creationId="{0504A71E-56AB-7F9F-A7ED-DAD1C4BE77D9}"/>
          </ac:picMkLst>
        </pc:picChg>
      </pc:sldChg>
      <pc:sldChg chg="modSp add mod">
        <pc:chgData name="mallela ruchitha" userId="fda2a83378fd8632" providerId="LiveId" clId="{EBE2AFD5-0948-485D-B727-60231ACFCE2F}" dt="2025-12-30T18:07:26.337" v="875" actId="123"/>
        <pc:sldMkLst>
          <pc:docMk/>
          <pc:sldMk cId="2805384565" sldId="275"/>
        </pc:sldMkLst>
        <pc:spChg chg="mod">
          <ac:chgData name="mallela ruchitha" userId="fda2a83378fd8632" providerId="LiveId" clId="{EBE2AFD5-0948-485D-B727-60231ACFCE2F}" dt="2025-12-30T14:33:07.945" v="714" actId="207"/>
          <ac:spMkLst>
            <pc:docMk/>
            <pc:sldMk cId="2805384565" sldId="275"/>
            <ac:spMk id="2" creationId="{23E0A9EF-2536-706B-FFCB-1F1AA3DA131C}"/>
          </ac:spMkLst>
        </pc:spChg>
        <pc:spChg chg="mod">
          <ac:chgData name="mallela ruchitha" userId="fda2a83378fd8632" providerId="LiveId" clId="{EBE2AFD5-0948-485D-B727-60231ACFCE2F}" dt="2025-12-30T18:07:26.337" v="875" actId="123"/>
          <ac:spMkLst>
            <pc:docMk/>
            <pc:sldMk cId="2805384565" sldId="275"/>
            <ac:spMk id="7" creationId="{BA173E7D-F555-B5AA-B237-D93AE490F562}"/>
          </ac:spMkLst>
        </pc:spChg>
      </pc:sldChg>
      <pc:sldChg chg="addSp modSp new mod">
        <pc:chgData name="mallela ruchitha" userId="fda2a83378fd8632" providerId="LiveId" clId="{EBE2AFD5-0948-485D-B727-60231ACFCE2F}" dt="2025-12-30T18:07:16.136" v="874" actId="1076"/>
        <pc:sldMkLst>
          <pc:docMk/>
          <pc:sldMk cId="3825212706" sldId="276"/>
        </pc:sldMkLst>
        <pc:spChg chg="add mod">
          <ac:chgData name="mallela ruchitha" userId="fda2a83378fd8632" providerId="LiveId" clId="{EBE2AFD5-0948-485D-B727-60231ACFCE2F}" dt="2025-12-30T14:17:15.814" v="348" actId="14100"/>
          <ac:spMkLst>
            <pc:docMk/>
            <pc:sldMk cId="3825212706" sldId="276"/>
            <ac:spMk id="6" creationId="{6C843AFD-2EB0-9593-B76B-7A430A2C8DA8}"/>
          </ac:spMkLst>
        </pc:spChg>
        <pc:spChg chg="add mod">
          <ac:chgData name="mallela ruchitha" userId="fda2a83378fd8632" providerId="LiveId" clId="{EBE2AFD5-0948-485D-B727-60231ACFCE2F}" dt="2025-12-30T14:17:42.300" v="352" actId="14100"/>
          <ac:spMkLst>
            <pc:docMk/>
            <pc:sldMk cId="3825212706" sldId="276"/>
            <ac:spMk id="8" creationId="{E9C7EA91-2CA5-FDB5-1593-30361FE1DB5C}"/>
          </ac:spMkLst>
        </pc:spChg>
        <pc:picChg chg="add mod">
          <ac:chgData name="mallela ruchitha" userId="fda2a83378fd8632" providerId="LiveId" clId="{EBE2AFD5-0948-485D-B727-60231ACFCE2F}" dt="2025-12-30T18:07:16.136" v="874" actId="1076"/>
          <ac:picMkLst>
            <pc:docMk/>
            <pc:sldMk cId="3825212706" sldId="276"/>
            <ac:picMk id="3" creationId="{6DCFAD8F-20E9-DDA5-C0A4-55FBF3066FC9}"/>
          </ac:picMkLst>
        </pc:picChg>
        <pc:picChg chg="add mod">
          <ac:chgData name="mallela ruchitha" userId="fda2a83378fd8632" providerId="LiveId" clId="{EBE2AFD5-0948-485D-B727-60231ACFCE2F}" dt="2025-12-30T14:16:55.568" v="346" actId="14100"/>
          <ac:picMkLst>
            <pc:docMk/>
            <pc:sldMk cId="3825212706" sldId="276"/>
            <ac:picMk id="4" creationId="{AAD6843E-45CD-F1A7-F1A1-C28A6B10588A}"/>
          </ac:picMkLst>
        </pc:picChg>
      </pc:sldChg>
      <pc:sldChg chg="modSp new mod">
        <pc:chgData name="mallela ruchitha" userId="fda2a83378fd8632" providerId="LiveId" clId="{EBE2AFD5-0948-485D-B727-60231ACFCE2F}" dt="2025-12-30T18:07:49.855" v="876" actId="14100"/>
        <pc:sldMkLst>
          <pc:docMk/>
          <pc:sldMk cId="4176452104" sldId="277"/>
        </pc:sldMkLst>
        <pc:spChg chg="mod">
          <ac:chgData name="mallela ruchitha" userId="fda2a83378fd8632" providerId="LiveId" clId="{EBE2AFD5-0948-485D-B727-60231ACFCE2F}" dt="2025-12-30T18:07:49.855" v="876" actId="14100"/>
          <ac:spMkLst>
            <pc:docMk/>
            <pc:sldMk cId="4176452104" sldId="277"/>
            <ac:spMk id="2" creationId="{7DCEDA80-ACD0-C437-2594-6BE57FDB2F2A}"/>
          </ac:spMkLst>
        </pc:spChg>
      </pc:sldChg>
      <pc:sldChg chg="addSp modSp new mod">
        <pc:chgData name="mallela ruchitha" userId="fda2a83378fd8632" providerId="LiveId" clId="{EBE2AFD5-0948-485D-B727-60231ACFCE2F}" dt="2026-01-14T07:03:53.993" v="1050" actId="20577"/>
        <pc:sldMkLst>
          <pc:docMk/>
          <pc:sldMk cId="793478571" sldId="278"/>
        </pc:sldMkLst>
        <pc:spChg chg="mod">
          <ac:chgData name="mallela ruchitha" userId="fda2a83378fd8632" providerId="LiveId" clId="{EBE2AFD5-0948-485D-B727-60231ACFCE2F}" dt="2026-01-14T06:51:46.821" v="931" actId="207"/>
          <ac:spMkLst>
            <pc:docMk/>
            <pc:sldMk cId="793478571" sldId="278"/>
            <ac:spMk id="2" creationId="{FC1A3604-2399-548A-D4BF-EDA79956034A}"/>
          </ac:spMkLst>
        </pc:spChg>
        <pc:spChg chg="mod">
          <ac:chgData name="mallela ruchitha" userId="fda2a83378fd8632" providerId="LiveId" clId="{EBE2AFD5-0948-485D-B727-60231ACFCE2F}" dt="2026-01-14T07:03:53.993" v="1050" actId="20577"/>
          <ac:spMkLst>
            <pc:docMk/>
            <pc:sldMk cId="793478571" sldId="278"/>
            <ac:spMk id="3" creationId="{B35D4CC6-E80A-0E83-27AD-BE4371F1DFFD}"/>
          </ac:spMkLst>
        </pc:spChg>
        <pc:spChg chg="add">
          <ac:chgData name="mallela ruchitha" userId="fda2a83378fd8632" providerId="LiveId" clId="{EBE2AFD5-0948-485D-B727-60231ACFCE2F}" dt="2026-01-14T06:58:44.490" v="1007"/>
          <ac:spMkLst>
            <pc:docMk/>
            <pc:sldMk cId="793478571" sldId="278"/>
            <ac:spMk id="4" creationId="{4E9EB035-C8D3-4C97-E1A6-A4921F8A2C15}"/>
          </ac:spMkLst>
        </pc:spChg>
        <pc:spChg chg="add">
          <ac:chgData name="mallela ruchitha" userId="fda2a83378fd8632" providerId="LiveId" clId="{EBE2AFD5-0948-485D-B727-60231ACFCE2F}" dt="2026-01-14T06:58:59.380" v="1011"/>
          <ac:spMkLst>
            <pc:docMk/>
            <pc:sldMk cId="793478571" sldId="278"/>
            <ac:spMk id="5" creationId="{14D3D313-3A6B-8638-9763-14F94CBA39B6}"/>
          </ac:spMkLst>
        </pc:spChg>
        <pc:spChg chg="add">
          <ac:chgData name="mallela ruchitha" userId="fda2a83378fd8632" providerId="LiveId" clId="{EBE2AFD5-0948-485D-B727-60231ACFCE2F}" dt="2026-01-14T06:59:14.451" v="1019"/>
          <ac:spMkLst>
            <pc:docMk/>
            <pc:sldMk cId="793478571" sldId="278"/>
            <ac:spMk id="6" creationId="{AA73208B-7F3B-94D0-EF6C-42DB3A9A6F53}"/>
          </ac:spMkLst>
        </pc:spChg>
        <pc:spChg chg="add mod">
          <ac:chgData name="mallela ruchitha" userId="fda2a83378fd8632" providerId="LiveId" clId="{EBE2AFD5-0948-485D-B727-60231ACFCE2F}" dt="2026-01-14T07:02:48.262" v="1040" actId="20577"/>
          <ac:spMkLst>
            <pc:docMk/>
            <pc:sldMk cId="793478571" sldId="278"/>
            <ac:spMk id="7" creationId="{BB82C3A7-E379-3C8E-1DD0-012E1338E2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10C0DA-1B53-4B3A-B75E-75D83CF6BBB1}" type="datetimeFigureOut">
              <a:rPr lang="en-IN" smtClean="0"/>
              <a:t>14-01-2026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E22E4C-0BD0-47D6-B042-FF9058D0C01A}" type="slidenum">
              <a:rPr lang="en-IN" smtClean="0"/>
              <a:t>‹#›</a:t>
            </a:fld>
            <a:endParaRPr lang="en-IN" dirty="0"/>
          </a:p>
        </p:txBody>
      </p:sp>
    </p:spTree>
    <p:extLst>
      <p:ext uri="{BB962C8B-B14F-4D97-AF65-F5344CB8AC3E}">
        <p14:creationId xmlns:p14="http://schemas.microsoft.com/office/powerpoint/2010/main" val="186035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E22E4C-0BD0-47D6-B042-FF9058D0C01A}" type="slidenum">
              <a:rPr lang="en-IN" smtClean="0"/>
              <a:t>16</a:t>
            </a:fld>
            <a:endParaRPr lang="en-IN" dirty="0"/>
          </a:p>
        </p:txBody>
      </p:sp>
    </p:spTree>
    <p:extLst>
      <p:ext uri="{BB962C8B-B14F-4D97-AF65-F5344CB8AC3E}">
        <p14:creationId xmlns:p14="http://schemas.microsoft.com/office/powerpoint/2010/main" val="1595465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1/14/2026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1/14/2026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1/14/2026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BD08-1D6A-9A77-FD73-9E540ACD0558}"/>
              </a:ext>
            </a:extLst>
          </p:cNvPr>
          <p:cNvSpPr>
            <a:spLocks noGrp="1"/>
          </p:cNvSpPr>
          <p:nvPr>
            <p:ph type="ctrTitle"/>
          </p:nvPr>
        </p:nvSpPr>
        <p:spPr>
          <a:xfrm>
            <a:off x="245806" y="2733368"/>
            <a:ext cx="11857703" cy="983225"/>
          </a:xfrm>
        </p:spPr>
        <p:txBody>
          <a:bodyPr>
            <a:normAutofit/>
          </a:bodyPr>
          <a:lstStyle/>
          <a:p>
            <a:r>
              <a:rPr lang="en-IN" sz="3200" dirty="0">
                <a:latin typeface="Cooper Black" panose="0208090404030B020404" pitchFamily="18" charset="0"/>
              </a:rPr>
              <a:t>AIR AWARE:SMART AIR QUALITY PREDICTION SYSTEM</a:t>
            </a:r>
          </a:p>
        </p:txBody>
      </p:sp>
      <p:pic>
        <p:nvPicPr>
          <p:cNvPr id="4" name="Picture 3">
            <a:extLst>
              <a:ext uri="{FF2B5EF4-FFF2-40B4-BE49-F238E27FC236}">
                <a16:creationId xmlns:a16="http://schemas.microsoft.com/office/drawing/2014/main" id="{55592E3B-B219-DC7F-E01A-F3AC1B5EBF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936" y="696486"/>
            <a:ext cx="10889226" cy="1927123"/>
          </a:xfrm>
          <a:prstGeom prst="rect">
            <a:avLst/>
          </a:prstGeom>
        </p:spPr>
      </p:pic>
      <p:sp>
        <p:nvSpPr>
          <p:cNvPr id="6" name="Subtitle 5">
            <a:extLst>
              <a:ext uri="{FF2B5EF4-FFF2-40B4-BE49-F238E27FC236}">
                <a16:creationId xmlns:a16="http://schemas.microsoft.com/office/drawing/2014/main" id="{E4B9BBC1-E3C5-8A51-4689-533F897E6688}"/>
              </a:ext>
            </a:extLst>
          </p:cNvPr>
          <p:cNvSpPr>
            <a:spLocks noGrp="1"/>
          </p:cNvSpPr>
          <p:nvPr>
            <p:ph type="subTitle" idx="1"/>
          </p:nvPr>
        </p:nvSpPr>
        <p:spPr>
          <a:xfrm>
            <a:off x="2560319" y="4445786"/>
            <a:ext cx="6790157" cy="1424071"/>
          </a:xfrm>
        </p:spPr>
        <p:txBody>
          <a:bodyPr>
            <a:normAutofit fontScale="25000" lnSpcReduction="20000"/>
          </a:bodyPr>
          <a:lstStyle/>
          <a:p>
            <a:r>
              <a:rPr lang="en-IN" sz="5600" b="1" dirty="0">
                <a:solidFill>
                  <a:schemeClr val="accent3"/>
                </a:solidFill>
                <a:latin typeface="Cooper Black" panose="0208090404030B020404" pitchFamily="18" charset="0"/>
                <a:cs typeface="Times New Roman" panose="02020603050405020304" pitchFamily="18" charset="0"/>
              </a:rPr>
              <a:t>Presented by: Ruchitha</a:t>
            </a:r>
            <a:r>
              <a:rPr lang="en-IN" sz="5600" b="1" i="1" dirty="0">
                <a:solidFill>
                  <a:schemeClr val="accent3"/>
                </a:solidFill>
                <a:latin typeface="Cooper Black" panose="0208090404030B020404" pitchFamily="18" charset="0"/>
                <a:cs typeface="Times New Roman" panose="02020603050405020304" pitchFamily="18" charset="0"/>
              </a:rPr>
              <a:t> </a:t>
            </a:r>
            <a:r>
              <a:rPr lang="en-IN" sz="5600" b="1" dirty="0">
                <a:solidFill>
                  <a:schemeClr val="accent3"/>
                </a:solidFill>
                <a:latin typeface="Cooper Black" panose="0208090404030B020404" pitchFamily="18" charset="0"/>
                <a:cs typeface="Times New Roman" panose="02020603050405020304" pitchFamily="18" charset="0"/>
              </a:rPr>
              <a:t>Mallela, Rahul Kummara</a:t>
            </a:r>
          </a:p>
          <a:p>
            <a:r>
              <a:rPr lang="en-IN" sz="5600" b="1" dirty="0">
                <a:solidFill>
                  <a:schemeClr val="accent3"/>
                </a:solidFill>
                <a:latin typeface="Cooper Black" panose="0208090404030B020404" pitchFamily="18" charset="0"/>
                <a:cs typeface="Times New Roman" panose="02020603050405020304" pitchFamily="18" charset="0"/>
              </a:rPr>
              <a:t>Team:4</a:t>
            </a:r>
          </a:p>
          <a:p>
            <a:r>
              <a:rPr lang="en-IN" sz="5600" b="1" dirty="0">
                <a:solidFill>
                  <a:schemeClr val="accent3"/>
                </a:solidFill>
                <a:latin typeface="Cooper Black" panose="0208090404030B020404" pitchFamily="18" charset="0"/>
                <a:cs typeface="Times New Roman" panose="02020603050405020304" pitchFamily="18" charset="0"/>
              </a:rPr>
              <a:t>INFOSYS Batch:6</a:t>
            </a:r>
          </a:p>
          <a:p>
            <a:r>
              <a:rPr lang="en-IN" sz="5600" b="1" dirty="0">
                <a:solidFill>
                  <a:schemeClr val="accent3"/>
                </a:solidFill>
                <a:latin typeface="Cooper Black" panose="0208090404030B020404" pitchFamily="18" charset="0"/>
                <a:cs typeface="Times New Roman" panose="02020603050405020304" pitchFamily="18" charset="0"/>
              </a:rPr>
              <a:t>Mentor:Shakthi </a:t>
            </a:r>
          </a:p>
          <a:p>
            <a:endParaRPr lang="en-IN" sz="4300" dirty="0">
              <a:solidFill>
                <a:schemeClr val="accent3"/>
              </a:solidFill>
              <a:latin typeface="Forte" panose="03060902040502070203" pitchFamily="66" charset="0"/>
            </a:endParaRPr>
          </a:p>
          <a:p>
            <a:endParaRPr lang="en-IN" sz="1800" dirty="0">
              <a:latin typeface="Forte" panose="03060902040502070203" pitchFamily="66" charset="0"/>
            </a:endParaRPr>
          </a:p>
          <a:p>
            <a:endParaRPr lang="en-IN" sz="1800" dirty="0">
              <a:latin typeface="Forte" panose="03060902040502070203" pitchFamily="66" charset="0"/>
            </a:endParaRPr>
          </a:p>
        </p:txBody>
      </p:sp>
    </p:spTree>
    <p:extLst>
      <p:ext uri="{BB962C8B-B14F-4D97-AF65-F5344CB8AC3E}">
        <p14:creationId xmlns:p14="http://schemas.microsoft.com/office/powerpoint/2010/main" val="1931348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D596-2AD6-083C-2CF1-CC08B2EF555B}"/>
              </a:ext>
            </a:extLst>
          </p:cNvPr>
          <p:cNvSpPr>
            <a:spLocks noGrp="1"/>
          </p:cNvSpPr>
          <p:nvPr>
            <p:ph type="title"/>
          </p:nvPr>
        </p:nvSpPr>
        <p:spPr/>
        <p:txBody>
          <a:bodyPr/>
          <a:lstStyle/>
          <a:p>
            <a:r>
              <a:rPr lang="en-IN" dirty="0">
                <a:latin typeface="Cooper Black" panose="0208090404030B020404" pitchFamily="18" charset="0"/>
              </a:rPr>
              <a:t>Contents</a:t>
            </a:r>
          </a:p>
        </p:txBody>
      </p:sp>
      <p:sp>
        <p:nvSpPr>
          <p:cNvPr id="6" name="Content Placeholder 5">
            <a:extLst>
              <a:ext uri="{FF2B5EF4-FFF2-40B4-BE49-F238E27FC236}">
                <a16:creationId xmlns:a16="http://schemas.microsoft.com/office/drawing/2014/main" id="{F31FCE22-8154-6F49-9CA2-28CED4F9A174}"/>
              </a:ext>
            </a:extLst>
          </p:cNvPr>
          <p:cNvSpPr>
            <a:spLocks noGrp="1"/>
          </p:cNvSpPr>
          <p:nvPr>
            <p:ph idx="1"/>
          </p:nvPr>
        </p:nvSpPr>
        <p:spPr>
          <a:xfrm>
            <a:off x="1097280" y="1858297"/>
            <a:ext cx="10058400" cy="4010797"/>
          </a:xfrm>
        </p:spPr>
        <p:txBody>
          <a:bodyPr>
            <a:normAutofit/>
          </a:bodyPr>
          <a:lstStyle/>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Introduction</a:t>
            </a:r>
          </a:p>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Understanding AQI</a:t>
            </a:r>
          </a:p>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Impacts of air pollution on health</a:t>
            </a:r>
          </a:p>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 Objective</a:t>
            </a:r>
          </a:p>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System architecture</a:t>
            </a:r>
          </a:p>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Project implementation</a:t>
            </a:r>
          </a:p>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Progress journey of all milestones </a:t>
            </a:r>
          </a:p>
          <a:p>
            <a:pPr>
              <a:buClr>
                <a:schemeClr val="accent3"/>
              </a:buClr>
              <a:buFont typeface="Arial" panose="020B0604020202020204" pitchFamily="34" charset="0"/>
              <a:buChar char="•"/>
            </a:pPr>
            <a:r>
              <a:rPr lang="en-IN" dirty="0">
                <a:solidFill>
                  <a:schemeClr val="tx1"/>
                </a:solidFill>
                <a:latin typeface="Cooper Black" panose="0208090404030B020404" pitchFamily="18" charset="0"/>
              </a:rPr>
              <a:t>Output snippets &amp;conclusion</a:t>
            </a:r>
          </a:p>
          <a:p>
            <a:pPr>
              <a:buClr>
                <a:schemeClr val="accent3"/>
              </a:buClr>
              <a:buFont typeface="Arial" panose="020B0604020202020204" pitchFamily="34" charset="0"/>
              <a:buChar char="•"/>
            </a:pPr>
            <a:endParaRPr lang="en-IN" dirty="0">
              <a:solidFill>
                <a:schemeClr val="tx1"/>
              </a:solidFill>
              <a:latin typeface="Cooper Black" panose="0208090404030B020404" pitchFamily="18" charset="0"/>
            </a:endParaRPr>
          </a:p>
          <a:p>
            <a:pPr>
              <a:buClr>
                <a:schemeClr val="accent3"/>
              </a:buClr>
              <a:buFont typeface="Arial" panose="020B0604020202020204" pitchFamily="34" charset="0"/>
              <a:buChar char="•"/>
            </a:pPr>
            <a:endParaRPr lang="en-IN" dirty="0">
              <a:solidFill>
                <a:schemeClr val="tx1"/>
              </a:solidFill>
              <a:latin typeface="Cooper Black" panose="0208090404030B020404" pitchFamily="18" charset="0"/>
            </a:endParaRPr>
          </a:p>
          <a:p>
            <a:pPr>
              <a:buClr>
                <a:schemeClr val="accent3"/>
              </a:buClr>
              <a:buFont typeface="Arial" panose="020B0604020202020204" pitchFamily="34" charset="0"/>
              <a:buChar char="•"/>
            </a:pPr>
            <a:endParaRPr lang="en-IN" dirty="0">
              <a:solidFill>
                <a:schemeClr val="tx1"/>
              </a:solidFill>
              <a:latin typeface="Cooper Black" panose="0208090404030B020404" pitchFamily="18" charset="0"/>
            </a:endParaRPr>
          </a:p>
          <a:p>
            <a:pPr>
              <a:buClr>
                <a:schemeClr val="accent3"/>
              </a:buClr>
              <a:buFont typeface="Arial" panose="020B0604020202020204" pitchFamily="34" charset="0"/>
              <a:buChar char="•"/>
            </a:pPr>
            <a:endParaRPr lang="en-IN" dirty="0">
              <a:solidFill>
                <a:schemeClr val="tx1"/>
              </a:solidFill>
              <a:latin typeface="Cooper Black" panose="0208090404030B020404" pitchFamily="18" charset="0"/>
            </a:endParaRPr>
          </a:p>
        </p:txBody>
      </p:sp>
    </p:spTree>
    <p:extLst>
      <p:ext uri="{BB962C8B-B14F-4D97-AF65-F5344CB8AC3E}">
        <p14:creationId xmlns:p14="http://schemas.microsoft.com/office/powerpoint/2010/main" val="290529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315F6-5A80-6965-70DC-639D1C623F9E}"/>
              </a:ext>
            </a:extLst>
          </p:cNvPr>
          <p:cNvSpPr>
            <a:spLocks noGrp="1"/>
          </p:cNvSpPr>
          <p:nvPr>
            <p:ph type="title"/>
          </p:nvPr>
        </p:nvSpPr>
        <p:spPr/>
        <p:txBody>
          <a:bodyPr/>
          <a:lstStyle/>
          <a:p>
            <a:r>
              <a:rPr lang="en-IN" dirty="0">
                <a:solidFill>
                  <a:schemeClr val="accent3"/>
                </a:solidFill>
                <a:latin typeface="Cooper Black" panose="0208090404030B020404" pitchFamily="18" charset="0"/>
              </a:rPr>
              <a:t>Introduction</a:t>
            </a:r>
          </a:p>
        </p:txBody>
      </p:sp>
      <p:sp>
        <p:nvSpPr>
          <p:cNvPr id="3" name="Content Placeholder 2">
            <a:extLst>
              <a:ext uri="{FF2B5EF4-FFF2-40B4-BE49-F238E27FC236}">
                <a16:creationId xmlns:a16="http://schemas.microsoft.com/office/drawing/2014/main" id="{8FE52971-92FF-49C3-221B-701B12D55DC1}"/>
              </a:ext>
            </a:extLst>
          </p:cNvPr>
          <p:cNvSpPr>
            <a:spLocks noGrp="1"/>
          </p:cNvSpPr>
          <p:nvPr>
            <p:ph idx="1"/>
          </p:nvPr>
        </p:nvSpPr>
        <p:spPr/>
        <p:txBody>
          <a:bodyPr/>
          <a:lstStyle/>
          <a:p>
            <a:pPr algn="just">
              <a:buFont typeface="Arial" panose="020B0604020202020204" pitchFamily="34" charset="0"/>
              <a:buChar char="•"/>
            </a:pPr>
            <a:r>
              <a:rPr lang="en-US" dirty="0">
                <a:solidFill>
                  <a:schemeClr val="accent2"/>
                </a:solidFill>
                <a:latin typeface="Times New Roman" panose="02020603050405020304" pitchFamily="18" charset="0"/>
                <a:cs typeface="Times New Roman" panose="02020603050405020304" pitchFamily="18" charset="0"/>
              </a:rPr>
              <a:t>Air Aware is an intelligent air quality monitoring and forecasting platform designed to provide timely insights into environmental health. </a:t>
            </a:r>
          </a:p>
          <a:p>
            <a:pPr algn="just">
              <a:buFont typeface="Arial" panose="020B0604020202020204" pitchFamily="34" charset="0"/>
              <a:buChar char="•"/>
            </a:pPr>
            <a:r>
              <a:rPr lang="en-US" dirty="0">
                <a:solidFill>
                  <a:schemeClr val="accent2"/>
                </a:solidFill>
                <a:latin typeface="Times New Roman" panose="02020603050405020304" pitchFamily="18" charset="0"/>
                <a:cs typeface="Times New Roman" panose="02020603050405020304" pitchFamily="18" charset="0"/>
              </a:rPr>
              <a:t>The project leverages real-time pollutant data, advanced machine learning techniques, and a user-friendly dashboard to help users understand current air conditions and predict future AQI trends. </a:t>
            </a:r>
          </a:p>
          <a:p>
            <a:pPr algn="just">
              <a:buFont typeface="Arial" panose="020B0604020202020204" pitchFamily="34" charset="0"/>
              <a:buChar char="•"/>
            </a:pPr>
            <a:r>
              <a:rPr lang="en-US" dirty="0">
                <a:solidFill>
                  <a:schemeClr val="accent2"/>
                </a:solidFill>
                <a:latin typeface="Times New Roman" panose="02020603050405020304" pitchFamily="18" charset="0"/>
                <a:cs typeface="Times New Roman" panose="02020603050405020304" pitchFamily="18" charset="0"/>
              </a:rPr>
              <a:t>By focusing on nationwide monitoring across India, Air Aware empowers the public with awareness and supports better decision-making for health and safety. </a:t>
            </a:r>
          </a:p>
          <a:p>
            <a:pPr algn="just">
              <a:buFont typeface="Arial" panose="020B0604020202020204" pitchFamily="34" charset="0"/>
              <a:buChar char="•"/>
            </a:pPr>
            <a:r>
              <a:rPr lang="en-US" dirty="0">
                <a:solidFill>
                  <a:schemeClr val="accent2"/>
                </a:solidFill>
                <a:latin typeface="Times New Roman" panose="02020603050405020304" pitchFamily="18" charset="0"/>
                <a:cs typeface="Times New Roman" panose="02020603050405020304" pitchFamily="18" charset="0"/>
              </a:rPr>
              <a:t>Through its interactive interface and accurate Random Forest–based prediction model, the system aims to promote environmental consciousness and contribute to building cleaner, healthier communities</a:t>
            </a:r>
            <a:r>
              <a:rPr lang="en-US" dirty="0">
                <a:solidFill>
                  <a:schemeClr val="accent2"/>
                </a:solidFill>
              </a:rPr>
              <a:t>.</a:t>
            </a:r>
            <a:endParaRPr lang="en-IN" dirty="0">
              <a:solidFill>
                <a:schemeClr val="accent2"/>
              </a:solidFill>
            </a:endParaRPr>
          </a:p>
        </p:txBody>
      </p:sp>
    </p:spTree>
    <p:extLst>
      <p:ext uri="{BB962C8B-B14F-4D97-AF65-F5344CB8AC3E}">
        <p14:creationId xmlns:p14="http://schemas.microsoft.com/office/powerpoint/2010/main" val="1050748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65C20B-5F5B-5F22-CA31-7D2C14B7E635}"/>
              </a:ext>
            </a:extLst>
          </p:cNvPr>
          <p:cNvPicPr>
            <a:picLocks noChangeAspect="1"/>
          </p:cNvPicPr>
          <p:nvPr/>
        </p:nvPicPr>
        <p:blipFill>
          <a:blip r:embed="rId2"/>
          <a:stretch>
            <a:fillRect/>
          </a:stretch>
        </p:blipFill>
        <p:spPr>
          <a:xfrm>
            <a:off x="422786" y="511276"/>
            <a:ext cx="11395587" cy="5604389"/>
          </a:xfrm>
          <a:prstGeom prst="rect">
            <a:avLst/>
          </a:prstGeom>
        </p:spPr>
      </p:pic>
    </p:spTree>
    <p:extLst>
      <p:ext uri="{BB962C8B-B14F-4D97-AF65-F5344CB8AC3E}">
        <p14:creationId xmlns:p14="http://schemas.microsoft.com/office/powerpoint/2010/main" val="86171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474D75-18CA-7736-203D-F10E284866A8}"/>
              </a:ext>
            </a:extLst>
          </p:cNvPr>
          <p:cNvPicPr>
            <a:picLocks noChangeAspect="1"/>
          </p:cNvPicPr>
          <p:nvPr/>
        </p:nvPicPr>
        <p:blipFill>
          <a:blip r:embed="rId2"/>
          <a:stretch>
            <a:fillRect/>
          </a:stretch>
        </p:blipFill>
        <p:spPr>
          <a:xfrm>
            <a:off x="349045" y="412955"/>
            <a:ext cx="11493910" cy="5427406"/>
          </a:xfrm>
          <a:prstGeom prst="rect">
            <a:avLst/>
          </a:prstGeom>
        </p:spPr>
      </p:pic>
    </p:spTree>
    <p:extLst>
      <p:ext uri="{BB962C8B-B14F-4D97-AF65-F5344CB8AC3E}">
        <p14:creationId xmlns:p14="http://schemas.microsoft.com/office/powerpoint/2010/main" val="649824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0F0CA4-2A7F-807E-6A3E-01B088089DEA}"/>
              </a:ext>
            </a:extLst>
          </p:cNvPr>
          <p:cNvPicPr>
            <a:picLocks noChangeAspect="1"/>
          </p:cNvPicPr>
          <p:nvPr/>
        </p:nvPicPr>
        <p:blipFill>
          <a:blip r:embed="rId2"/>
          <a:stretch>
            <a:fillRect/>
          </a:stretch>
        </p:blipFill>
        <p:spPr>
          <a:xfrm>
            <a:off x="776748" y="403122"/>
            <a:ext cx="10550013" cy="5338917"/>
          </a:xfrm>
          <a:prstGeom prst="rect">
            <a:avLst/>
          </a:prstGeom>
        </p:spPr>
      </p:pic>
    </p:spTree>
    <p:extLst>
      <p:ext uri="{BB962C8B-B14F-4D97-AF65-F5344CB8AC3E}">
        <p14:creationId xmlns:p14="http://schemas.microsoft.com/office/powerpoint/2010/main" val="3045376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20327-6DD1-7B03-D7E8-DB2842574714}"/>
              </a:ext>
            </a:extLst>
          </p:cNvPr>
          <p:cNvSpPr>
            <a:spLocks noGrp="1"/>
          </p:cNvSpPr>
          <p:nvPr>
            <p:ph type="title"/>
          </p:nvPr>
        </p:nvSpPr>
        <p:spPr/>
        <p:txBody>
          <a:bodyPr/>
          <a:lstStyle/>
          <a:p>
            <a:r>
              <a:rPr lang="en-IN" dirty="0">
                <a:solidFill>
                  <a:schemeClr val="accent3"/>
                </a:solidFill>
                <a:latin typeface="Cooper Black" panose="0208090404030B020404" pitchFamily="18" charset="0"/>
              </a:rPr>
              <a:t>Objective</a:t>
            </a:r>
          </a:p>
        </p:txBody>
      </p:sp>
      <p:sp>
        <p:nvSpPr>
          <p:cNvPr id="3" name="Content Placeholder 2">
            <a:extLst>
              <a:ext uri="{FF2B5EF4-FFF2-40B4-BE49-F238E27FC236}">
                <a16:creationId xmlns:a16="http://schemas.microsoft.com/office/drawing/2014/main" id="{D2162299-380B-6D80-455B-1266496DB727}"/>
              </a:ext>
            </a:extLst>
          </p:cNvPr>
          <p:cNvSpPr>
            <a:spLocks noGrp="1"/>
          </p:cNvSpPr>
          <p:nvPr>
            <p:ph idx="1"/>
          </p:nvPr>
        </p:nvSpPr>
        <p:spPr>
          <a:xfrm>
            <a:off x="1097280" y="2369574"/>
            <a:ext cx="10058400" cy="3499520"/>
          </a:xfrm>
        </p:spPr>
        <p:txBody>
          <a:bodyPr/>
          <a:lstStyle/>
          <a:p>
            <a:pPr marL="285750" indent="-285750" algn="just">
              <a:buFont typeface="Arial"/>
              <a:buChar char="•"/>
            </a:pPr>
            <a:r>
              <a:rPr lang="en-US" dirty="0">
                <a:solidFill>
                  <a:schemeClr val="accent2"/>
                </a:solidFill>
                <a:latin typeface="Calibri" panose="020F0502020204030204" pitchFamily="34" charset="0"/>
                <a:ea typeface="Calibri" panose="020F0502020204030204" pitchFamily="34" charset="0"/>
                <a:cs typeface="Calibri" panose="020F0502020204030204" pitchFamily="34" charset="0"/>
              </a:rPr>
              <a:t>To fetch real-time AQI data using reliable external APIs.</a:t>
            </a:r>
          </a:p>
          <a:p>
            <a:pPr marL="285750" indent="-285750" algn="just">
              <a:buFont typeface="Arial"/>
              <a:buChar char="•"/>
            </a:pPr>
            <a:r>
              <a:rPr lang="en-US" dirty="0">
                <a:solidFill>
                  <a:schemeClr val="accent2"/>
                </a:solidFill>
                <a:latin typeface="Calibri" panose="020F0502020204030204" pitchFamily="34" charset="0"/>
                <a:ea typeface="Calibri" panose="020F0502020204030204" pitchFamily="34" charset="0"/>
                <a:cs typeface="Calibri" panose="020F0502020204030204" pitchFamily="34" charset="0"/>
              </a:rPr>
              <a:t>To predict future AQI using machine learning models.</a:t>
            </a:r>
          </a:p>
          <a:p>
            <a:pPr marL="285750" indent="-285750" algn="just">
              <a:buFont typeface="Arial"/>
              <a:buChar char="•"/>
            </a:pPr>
            <a:r>
              <a:rPr lang="en-US" dirty="0">
                <a:solidFill>
                  <a:schemeClr val="accent2"/>
                </a:solidFill>
                <a:latin typeface="Calibri" panose="020F0502020204030204" pitchFamily="34" charset="0"/>
                <a:ea typeface="Calibri" panose="020F0502020204030204" pitchFamily="34" charset="0"/>
                <a:cs typeface="Calibri" panose="020F0502020204030204" pitchFamily="34" charset="0"/>
              </a:rPr>
              <a:t>To provide health recommendations based on AQI levels.</a:t>
            </a:r>
          </a:p>
          <a:p>
            <a:pPr marL="285750" indent="-285750" algn="just">
              <a:buFont typeface="Arial"/>
              <a:buChar char="•"/>
            </a:pPr>
            <a:r>
              <a:rPr lang="en-US" dirty="0">
                <a:solidFill>
                  <a:schemeClr val="accent2"/>
                </a:solidFill>
                <a:latin typeface="Calibri" panose="020F0502020204030204" pitchFamily="34" charset="0"/>
                <a:ea typeface="Calibri" panose="020F0502020204030204" pitchFamily="34" charset="0"/>
                <a:cs typeface="Calibri" panose="020F0502020204030204" pitchFamily="34" charset="0"/>
              </a:rPr>
              <a:t>To support multiple Indian cities.</a:t>
            </a:r>
          </a:p>
          <a:p>
            <a:pPr marL="285750" indent="-285750" algn="just">
              <a:buFont typeface="Arial"/>
              <a:buChar char="•"/>
            </a:pPr>
            <a:r>
              <a:rPr lang="en-US" dirty="0">
                <a:solidFill>
                  <a:schemeClr val="accent2"/>
                </a:solidFill>
                <a:latin typeface="Calibri" panose="020F0502020204030204" pitchFamily="34" charset="0"/>
                <a:ea typeface="Calibri" panose="020F0502020204030204" pitchFamily="34" charset="0"/>
                <a:cs typeface="Calibri" panose="020F0502020204030204" pitchFamily="34" charset="0"/>
              </a:rPr>
              <a:t>To implement secure user authentication</a:t>
            </a:r>
          </a:p>
          <a:p>
            <a:endParaRPr lang="en-IN" dirty="0"/>
          </a:p>
        </p:txBody>
      </p:sp>
    </p:spTree>
    <p:extLst>
      <p:ext uri="{BB962C8B-B14F-4D97-AF65-F5344CB8AC3E}">
        <p14:creationId xmlns:p14="http://schemas.microsoft.com/office/powerpoint/2010/main" val="2910260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3DC93-66EA-C75F-B220-5D8BA9363D87}"/>
              </a:ext>
            </a:extLst>
          </p:cNvPr>
          <p:cNvSpPr>
            <a:spLocks noGrp="1"/>
          </p:cNvSpPr>
          <p:nvPr>
            <p:ph type="title"/>
          </p:nvPr>
        </p:nvSpPr>
        <p:spPr/>
        <p:txBody>
          <a:bodyPr/>
          <a:lstStyle/>
          <a:p>
            <a:r>
              <a:rPr lang="en-IN" dirty="0">
                <a:solidFill>
                  <a:schemeClr val="accent3"/>
                </a:solidFill>
                <a:latin typeface="Cooper Black" panose="0208090404030B020404" pitchFamily="18" charset="0"/>
              </a:rPr>
              <a:t>System architecture</a:t>
            </a:r>
          </a:p>
        </p:txBody>
      </p:sp>
      <p:sp>
        <p:nvSpPr>
          <p:cNvPr id="3" name="Content Placeholder 2">
            <a:extLst>
              <a:ext uri="{FF2B5EF4-FFF2-40B4-BE49-F238E27FC236}">
                <a16:creationId xmlns:a16="http://schemas.microsoft.com/office/drawing/2014/main" id="{229F5C1A-EC12-C897-2827-75783FFACAF4}"/>
              </a:ext>
            </a:extLst>
          </p:cNvPr>
          <p:cNvSpPr>
            <a:spLocks noGrp="1"/>
          </p:cNvSpPr>
          <p:nvPr>
            <p:ph idx="1"/>
          </p:nvPr>
        </p:nvSpPr>
        <p:spPr/>
        <p:txBody>
          <a:bodyPr/>
          <a:lstStyle/>
          <a:p>
            <a:pPr marL="285750" indent="-285750">
              <a:buFont typeface="Arial"/>
              <a:buChar char="•"/>
            </a:pPr>
            <a:r>
              <a:rPr lang="en-US" b="1" dirty="0">
                <a:solidFill>
                  <a:schemeClr val="accent2"/>
                </a:solidFill>
                <a:ea typeface="+mn-lt"/>
                <a:cs typeface="+mn-lt"/>
              </a:rPr>
              <a:t>Frontend</a:t>
            </a:r>
            <a:r>
              <a:rPr lang="en-US" dirty="0">
                <a:solidFill>
                  <a:schemeClr val="accent2"/>
                </a:solidFill>
                <a:ea typeface="+mn-lt"/>
                <a:cs typeface="+mn-lt"/>
              </a:rPr>
              <a:t>: React.js dashboard for visualization.</a:t>
            </a:r>
            <a:endParaRPr lang="en-US" dirty="0">
              <a:solidFill>
                <a:schemeClr val="accent2"/>
              </a:solidFill>
              <a:ea typeface="Calibri"/>
              <a:cs typeface="Calibri"/>
            </a:endParaRPr>
          </a:p>
          <a:p>
            <a:pPr marL="285750" indent="-285750">
              <a:buFont typeface="Arial"/>
              <a:buChar char="•"/>
            </a:pPr>
            <a:r>
              <a:rPr lang="en-US" b="1" dirty="0">
                <a:solidFill>
                  <a:schemeClr val="accent2"/>
                </a:solidFill>
                <a:ea typeface="+mn-lt"/>
                <a:cs typeface="+mn-lt"/>
              </a:rPr>
              <a:t>Backend</a:t>
            </a:r>
            <a:r>
              <a:rPr lang="en-US" dirty="0">
                <a:solidFill>
                  <a:schemeClr val="accent2"/>
                </a:solidFill>
                <a:ea typeface="+mn-lt"/>
                <a:cs typeface="+mn-lt"/>
              </a:rPr>
              <a:t>: Flask REST APIs for data processing.</a:t>
            </a:r>
            <a:endParaRPr lang="en-US" dirty="0">
              <a:solidFill>
                <a:schemeClr val="accent2"/>
              </a:solidFill>
              <a:ea typeface="Calibri"/>
              <a:cs typeface="Calibri"/>
            </a:endParaRPr>
          </a:p>
          <a:p>
            <a:pPr marL="285750" indent="-285750">
              <a:buFont typeface="Arial"/>
              <a:buChar char="•"/>
            </a:pPr>
            <a:r>
              <a:rPr lang="en-US" b="1" dirty="0">
                <a:solidFill>
                  <a:schemeClr val="accent2"/>
                </a:solidFill>
                <a:ea typeface="+mn-lt"/>
                <a:cs typeface="+mn-lt"/>
              </a:rPr>
              <a:t>Database</a:t>
            </a:r>
            <a:r>
              <a:rPr lang="en-US" dirty="0">
                <a:solidFill>
                  <a:schemeClr val="accent2"/>
                </a:solidFill>
                <a:ea typeface="+mn-lt"/>
                <a:cs typeface="+mn-lt"/>
              </a:rPr>
              <a:t>: MongoDB for storing users and AQI data.</a:t>
            </a:r>
            <a:endParaRPr lang="en-US" dirty="0">
              <a:solidFill>
                <a:schemeClr val="accent2"/>
              </a:solidFill>
              <a:ea typeface="Calibri"/>
              <a:cs typeface="Calibri"/>
            </a:endParaRPr>
          </a:p>
          <a:p>
            <a:pPr marL="285750" indent="-285750">
              <a:buFont typeface="Arial"/>
              <a:buChar char="•"/>
            </a:pPr>
            <a:r>
              <a:rPr lang="en-US" b="1" dirty="0">
                <a:solidFill>
                  <a:schemeClr val="accent2"/>
                </a:solidFill>
                <a:ea typeface="+mn-lt"/>
                <a:cs typeface="+mn-lt"/>
              </a:rPr>
              <a:t>External API</a:t>
            </a:r>
            <a:r>
              <a:rPr lang="en-US" dirty="0">
                <a:solidFill>
                  <a:schemeClr val="accent2"/>
                </a:solidFill>
                <a:ea typeface="+mn-lt"/>
                <a:cs typeface="+mn-lt"/>
              </a:rPr>
              <a:t>: OpenWeather Air Pollution API.</a:t>
            </a:r>
            <a:endParaRPr lang="en-US" dirty="0">
              <a:solidFill>
                <a:schemeClr val="accent2"/>
              </a:solidFill>
              <a:ea typeface="Calibri"/>
              <a:cs typeface="Calibri"/>
            </a:endParaRPr>
          </a:p>
          <a:p>
            <a:pPr marL="285750" indent="-285750">
              <a:buFont typeface="Arial"/>
              <a:buChar char="•"/>
            </a:pPr>
            <a:r>
              <a:rPr lang="en-US" b="1" dirty="0">
                <a:solidFill>
                  <a:schemeClr val="accent2"/>
                </a:solidFill>
                <a:ea typeface="+mn-lt"/>
                <a:cs typeface="+mn-lt"/>
              </a:rPr>
              <a:t>Machine Learning</a:t>
            </a:r>
            <a:r>
              <a:rPr lang="en-US" dirty="0">
                <a:solidFill>
                  <a:schemeClr val="accent2"/>
                </a:solidFill>
                <a:ea typeface="+mn-lt"/>
                <a:cs typeface="+mn-lt"/>
              </a:rPr>
              <a:t>: Random Forest Regressor for AQI prediction.</a:t>
            </a:r>
            <a:endParaRPr lang="en-US" dirty="0">
              <a:solidFill>
                <a:schemeClr val="accent2"/>
              </a:solidFill>
              <a:ea typeface="Calibri"/>
              <a:cs typeface="Calibri"/>
            </a:endParaRPr>
          </a:p>
          <a:p>
            <a:r>
              <a:rPr lang="en-US" i="1" dirty="0">
                <a:solidFill>
                  <a:schemeClr val="accent2"/>
                </a:solidFill>
                <a:ea typeface="+mn-lt"/>
                <a:cs typeface="+mn-lt"/>
              </a:rPr>
              <a:t>(Frontend → Backend → API/ML → Database → Frontend)</a:t>
            </a:r>
            <a:endParaRPr lang="en-US" dirty="0">
              <a:solidFill>
                <a:schemeClr val="accent2"/>
              </a:solidFill>
              <a:ea typeface="Calibri"/>
              <a:cs typeface="Calibri"/>
            </a:endParaRPr>
          </a:p>
          <a:p>
            <a:endParaRPr lang="en-IN" dirty="0"/>
          </a:p>
        </p:txBody>
      </p:sp>
    </p:spTree>
    <p:extLst>
      <p:ext uri="{BB962C8B-B14F-4D97-AF65-F5344CB8AC3E}">
        <p14:creationId xmlns:p14="http://schemas.microsoft.com/office/powerpoint/2010/main" val="3444065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F7C56-5240-3973-C1A3-93ECE82283F4}"/>
              </a:ext>
            </a:extLst>
          </p:cNvPr>
          <p:cNvSpPr>
            <a:spLocks noGrp="1"/>
          </p:cNvSpPr>
          <p:nvPr>
            <p:ph type="title"/>
          </p:nvPr>
        </p:nvSpPr>
        <p:spPr/>
        <p:txBody>
          <a:bodyPr>
            <a:normAutofit/>
          </a:bodyPr>
          <a:lstStyle/>
          <a:p>
            <a:r>
              <a:rPr lang="en-IN" sz="3200" dirty="0">
                <a:solidFill>
                  <a:schemeClr val="accent3"/>
                </a:solidFill>
                <a:latin typeface="Cooper Black" panose="0208090404030B020404" pitchFamily="18" charset="0"/>
              </a:rPr>
              <a:t>Frontend and Backend Implementation</a:t>
            </a:r>
          </a:p>
        </p:txBody>
      </p:sp>
      <p:sp>
        <p:nvSpPr>
          <p:cNvPr id="3" name="Content Placeholder 2">
            <a:extLst>
              <a:ext uri="{FF2B5EF4-FFF2-40B4-BE49-F238E27FC236}">
                <a16:creationId xmlns:a16="http://schemas.microsoft.com/office/drawing/2014/main" id="{1E9F2367-44C8-B53D-B575-EE87F9714A0F}"/>
              </a:ext>
            </a:extLst>
          </p:cNvPr>
          <p:cNvSpPr>
            <a:spLocks noGrp="1"/>
          </p:cNvSpPr>
          <p:nvPr>
            <p:ph sz="half" idx="1"/>
          </p:nvPr>
        </p:nvSpPr>
        <p:spPr>
          <a:xfrm>
            <a:off x="900633" y="1845735"/>
            <a:ext cx="5414053" cy="4023360"/>
          </a:xfr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normAutofit fontScale="77500" lnSpcReduction="20000"/>
          </a:bodyPr>
          <a:lstStyle/>
          <a:p>
            <a:pPr lvl="0" eaLnBrk="0" fontAlgn="base" hangingPunct="0">
              <a:lnSpc>
                <a:spcPct val="100000"/>
              </a:lnSpc>
              <a:spcBef>
                <a:spcPct val="0"/>
              </a:spcBef>
              <a:spcAft>
                <a:spcPct val="0"/>
              </a:spcAft>
              <a:buClr>
                <a:schemeClr val="tx1"/>
              </a:buClr>
              <a:buSz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The frontend of the Smart AQI Prediction System was developed using React.js to create a dynamic, component-based, and responsive user interface.</a:t>
            </a:r>
          </a:p>
          <a:p>
            <a:pPr lvl="0" eaLnBrk="0" fontAlgn="base" hangingPunct="0">
              <a:lnSpc>
                <a:spcPct val="100000"/>
              </a:lnSpc>
              <a:spcBef>
                <a:spcPct val="0"/>
              </a:spcBef>
              <a:spcAft>
                <a:spcPct val="0"/>
              </a:spcAft>
              <a:buClr>
                <a:schemeClr val="tx1"/>
              </a:buClr>
              <a:buSzTx/>
              <a:buFont typeface="Arial" panose="020B0604020202020204" pitchFamily="34" charset="0"/>
              <a:buChar char="•"/>
            </a:pPr>
            <a:endPar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Bef>
                <a:spcPct val="0"/>
              </a:spcBef>
              <a:spcAft>
                <a:spcPct val="0"/>
              </a:spcAft>
              <a:buClr>
                <a:schemeClr val="tx1"/>
              </a:buClr>
              <a:buSz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Tailwind CSS was used to design an attractive, colorful, and professional dashboard with support for light and dark modes.</a:t>
            </a:r>
          </a:p>
          <a:p>
            <a:pPr lvl="0" eaLnBrk="0" fontAlgn="base" hangingPunct="0">
              <a:lnSpc>
                <a:spcPct val="100000"/>
              </a:lnSpc>
              <a:spcBef>
                <a:spcPct val="0"/>
              </a:spcBef>
              <a:spcAft>
                <a:spcPct val="0"/>
              </a:spcAft>
              <a:buClr>
                <a:schemeClr val="tx1"/>
              </a:buClr>
              <a:buSzTx/>
              <a:buFont typeface="Arial" panose="020B0604020202020204" pitchFamily="34" charset="0"/>
              <a:buChar char="•"/>
            </a:pPr>
            <a:endPar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Bef>
                <a:spcPct val="0"/>
              </a:spcBef>
              <a:spcAft>
                <a:spcPct val="0"/>
              </a:spcAft>
              <a:buClr>
                <a:schemeClr val="tx1"/>
              </a:buClr>
              <a:buSz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The dashboard provides real-time AQI visualization, pollutant-level charts, and AQI prediction graphs for different time scales (hourly, daily, and monthly).</a:t>
            </a:r>
          </a:p>
          <a:p>
            <a:pPr lvl="0" eaLnBrk="0" fontAlgn="base" hangingPunct="0">
              <a:lnSpc>
                <a:spcPct val="100000"/>
              </a:lnSpc>
              <a:spcBef>
                <a:spcPct val="0"/>
              </a:spcBef>
              <a:spcAft>
                <a:spcPct val="0"/>
              </a:spcAft>
              <a:buClr>
                <a:schemeClr val="tx1"/>
              </a:buClr>
              <a:buSzTx/>
              <a:buFont typeface="Arial" panose="020B0604020202020204" pitchFamily="34" charset="0"/>
              <a:buChar char="•"/>
            </a:pPr>
            <a:endPar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Bef>
                <a:spcPct val="0"/>
              </a:spcBef>
              <a:spcAft>
                <a:spcPct val="0"/>
              </a:spcAft>
              <a:buClr>
                <a:schemeClr val="tx1"/>
              </a:buClr>
              <a:buSz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Users can select locations across India, view location-based AQI data, receive health recommendations, and get alert notifications.</a:t>
            </a:r>
          </a:p>
          <a:p>
            <a:pPr lvl="0" eaLnBrk="0" fontAlgn="base" hangingPunct="0">
              <a:lnSpc>
                <a:spcPct val="100000"/>
              </a:lnSpc>
              <a:spcBef>
                <a:spcPct val="0"/>
              </a:spcBef>
              <a:spcAft>
                <a:spcPct val="0"/>
              </a:spcAft>
              <a:buClr>
                <a:schemeClr val="tx1"/>
              </a:buClr>
              <a:buSzTx/>
              <a:buFont typeface="Arial" panose="020B0604020202020204" pitchFamily="34" charset="0"/>
              <a:buChar char="•"/>
            </a:pPr>
            <a:endPar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Bef>
                <a:spcPct val="0"/>
              </a:spcBef>
              <a:spcAft>
                <a:spcPct val="0"/>
              </a:spcAft>
              <a:buClr>
                <a:schemeClr val="tx1"/>
              </a:buClr>
              <a:buSz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Additional features such as dashboard sharing (PDF/social media) and interactive UI components enhance usability and user experience.</a:t>
            </a:r>
          </a:p>
          <a:p>
            <a:endParaRPr lang="en-IN" dirty="0"/>
          </a:p>
        </p:txBody>
      </p:sp>
      <p:sp>
        <p:nvSpPr>
          <p:cNvPr id="4" name="Content Placeholder 3">
            <a:extLst>
              <a:ext uri="{FF2B5EF4-FFF2-40B4-BE49-F238E27FC236}">
                <a16:creationId xmlns:a16="http://schemas.microsoft.com/office/drawing/2014/main" id="{F6969BFE-B10E-A016-E5BB-61B98E5A3495}"/>
              </a:ext>
            </a:extLst>
          </p:cNvPr>
          <p:cNvSpPr>
            <a:spLocks noGrp="1"/>
          </p:cNvSpPr>
          <p:nvPr>
            <p:ph sz="half" idx="2"/>
          </p:nvPr>
        </p:nvSpPr>
        <p:spPr>
          <a:xfrm>
            <a:off x="6641960" y="1845735"/>
            <a:ext cx="4513720" cy="4023360"/>
          </a:xfr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normAutofit fontScale="77500" lnSpcReduction="20000"/>
          </a:bodyPr>
          <a:lstStyle/>
          <a:p>
            <a:pPr>
              <a:buClr>
                <a:schemeClr val="tx1"/>
              </a:buClr>
              <a:buFont typeface="Arial" panose="020B0604020202020204" pitchFamily="34" charset="0"/>
              <a:buChar char="•"/>
            </a:pPr>
            <a:r>
              <a:rPr lang="en-GB" sz="2400" dirty="0">
                <a:ea typeface="+mn-lt"/>
                <a:cs typeface="+mn-lt"/>
              </a:rPr>
              <a:t>Built RESTful APIs using Flask.</a:t>
            </a:r>
            <a:endParaRPr lang="en-US" sz="2400" dirty="0">
              <a:ea typeface="Calibri"/>
              <a:cs typeface="Calibri"/>
            </a:endParaRPr>
          </a:p>
          <a:p>
            <a:pPr>
              <a:buClr>
                <a:schemeClr val="tx1"/>
              </a:buClr>
              <a:buFont typeface="Arial" panose="020B0604020202020204" pitchFamily="34" charset="0"/>
              <a:buChar char="•"/>
            </a:pPr>
            <a:r>
              <a:rPr lang="en-GB" sz="2400" dirty="0">
                <a:ea typeface="+mn-lt"/>
                <a:cs typeface="+mn-lt"/>
              </a:rPr>
              <a:t>Integrated OpenWeather AQI</a:t>
            </a:r>
            <a:endParaRPr lang="en-GB" sz="2400" dirty="0">
              <a:ea typeface="Calibri"/>
              <a:cs typeface="Calibri"/>
            </a:endParaRPr>
          </a:p>
          <a:p>
            <a:pPr>
              <a:buClr>
                <a:schemeClr val="tx1"/>
              </a:buClr>
              <a:buFont typeface="Arial" panose="020B0604020202020204" pitchFamily="34" charset="0"/>
              <a:buChar char="•"/>
            </a:pPr>
            <a:r>
              <a:rPr lang="en-GB" sz="2400" dirty="0">
                <a:ea typeface="+mn-lt"/>
                <a:cs typeface="+mn-lt"/>
              </a:rPr>
              <a:t>Implemented modular backend structure:</a:t>
            </a:r>
          </a:p>
          <a:p>
            <a:pPr marL="902970" lvl="1" indent="-342900">
              <a:buClr>
                <a:schemeClr val="tx1"/>
              </a:buClr>
              <a:buFont typeface="Arial" panose="020B0604020202020204" pitchFamily="34" charset="0"/>
              <a:buChar char="•"/>
            </a:pPr>
            <a:r>
              <a:rPr lang="en-GB" sz="2400" dirty="0">
                <a:ea typeface="+mn-lt"/>
                <a:cs typeface="+mn-lt"/>
              </a:rPr>
              <a:t>Routes</a:t>
            </a:r>
            <a:endParaRPr lang="en-GB" sz="2400" dirty="0">
              <a:ea typeface="Calibri"/>
              <a:cs typeface="Calibri"/>
            </a:endParaRPr>
          </a:p>
          <a:p>
            <a:pPr marL="902970" lvl="1" indent="-342900">
              <a:buClr>
                <a:schemeClr val="tx1"/>
              </a:buClr>
              <a:buFont typeface="Arial" panose="020B0604020202020204" pitchFamily="34" charset="0"/>
              <a:buChar char="•"/>
            </a:pPr>
            <a:r>
              <a:rPr lang="en-GB" sz="2400" dirty="0">
                <a:ea typeface="+mn-lt"/>
                <a:cs typeface="+mn-lt"/>
              </a:rPr>
              <a:t>Services</a:t>
            </a:r>
            <a:endParaRPr lang="en-GB" sz="2400" dirty="0">
              <a:ea typeface="Calibri"/>
              <a:cs typeface="Calibri"/>
            </a:endParaRPr>
          </a:p>
          <a:p>
            <a:pPr marL="902970" lvl="1" indent="-342900">
              <a:buClr>
                <a:schemeClr val="tx1"/>
              </a:buClr>
              <a:buFont typeface="Arial" panose="020B0604020202020204" pitchFamily="34" charset="0"/>
              <a:buChar char="•"/>
            </a:pPr>
            <a:r>
              <a:rPr lang="en-GB" sz="2400" dirty="0">
                <a:ea typeface="+mn-lt"/>
                <a:cs typeface="+mn-lt"/>
              </a:rPr>
              <a:t>Models</a:t>
            </a:r>
            <a:endParaRPr lang="en-GB" sz="2400" dirty="0">
              <a:ea typeface="Calibri"/>
              <a:cs typeface="Calibri"/>
            </a:endParaRPr>
          </a:p>
          <a:p>
            <a:pPr marL="902970" lvl="1" indent="-342900">
              <a:buClr>
                <a:schemeClr val="tx1"/>
              </a:buClr>
              <a:buFont typeface="Arial" panose="020B0604020202020204" pitchFamily="34" charset="0"/>
              <a:buChar char="•"/>
            </a:pPr>
            <a:r>
              <a:rPr lang="en-GB" sz="2400" dirty="0">
                <a:ea typeface="+mn-lt"/>
                <a:cs typeface="+mn-lt"/>
              </a:rPr>
              <a:t>Utilities</a:t>
            </a:r>
            <a:endParaRPr lang="en-GB" sz="2400" dirty="0">
              <a:ea typeface="Calibri"/>
              <a:cs typeface="Calibri"/>
            </a:endParaRPr>
          </a:p>
          <a:p>
            <a:pPr>
              <a:buClr>
                <a:schemeClr val="tx1"/>
              </a:buClr>
              <a:buFont typeface="Arial" panose="020B0604020202020204" pitchFamily="34" charset="0"/>
              <a:buChar char="•"/>
            </a:pPr>
            <a:r>
              <a:rPr lang="en-GB" sz="2400" dirty="0">
                <a:ea typeface="+mn-lt"/>
                <a:cs typeface="+mn-lt"/>
              </a:rPr>
              <a:t>Enabled JWT-based authentication.</a:t>
            </a:r>
            <a:endParaRPr lang="en-US" sz="2400" dirty="0">
              <a:ea typeface="Calibri"/>
              <a:cs typeface="Calibri"/>
            </a:endParaRPr>
          </a:p>
          <a:p>
            <a:pPr>
              <a:buClr>
                <a:schemeClr val="tx1"/>
              </a:buClr>
              <a:buFont typeface="Arial" panose="020B0604020202020204" pitchFamily="34" charset="0"/>
              <a:buChar char="•"/>
            </a:pPr>
            <a:r>
              <a:rPr lang="en-GB" sz="2400" dirty="0">
                <a:ea typeface="+mn-lt"/>
                <a:cs typeface="+mn-lt"/>
              </a:rPr>
              <a:t>Handled error management and API validation</a:t>
            </a:r>
            <a:endParaRPr lang="en-IN" sz="2400" dirty="0"/>
          </a:p>
          <a:p>
            <a:endParaRPr lang="en-IN" dirty="0"/>
          </a:p>
        </p:txBody>
      </p:sp>
    </p:spTree>
    <p:extLst>
      <p:ext uri="{BB962C8B-B14F-4D97-AF65-F5344CB8AC3E}">
        <p14:creationId xmlns:p14="http://schemas.microsoft.com/office/powerpoint/2010/main" val="339052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0D599-4893-F520-9756-8472BBFB3BB8}"/>
              </a:ext>
            </a:extLst>
          </p:cNvPr>
          <p:cNvSpPr>
            <a:spLocks noGrp="1"/>
          </p:cNvSpPr>
          <p:nvPr>
            <p:ph type="title"/>
          </p:nvPr>
        </p:nvSpPr>
        <p:spPr/>
        <p:txBody>
          <a:bodyPr/>
          <a:lstStyle/>
          <a:p>
            <a:r>
              <a:rPr lang="en-US" dirty="0">
                <a:solidFill>
                  <a:schemeClr val="accent3"/>
                </a:solidFill>
                <a:latin typeface="Cooper Black" panose="0208090404030B020404" pitchFamily="18" charset="0"/>
                <a:ea typeface="Calibri"/>
                <a:cs typeface="Calibri"/>
              </a:rPr>
              <a:t>Machine Learning Model</a:t>
            </a:r>
            <a:endParaRPr lang="en-IN" dirty="0">
              <a:solidFill>
                <a:schemeClr val="accent3"/>
              </a:solidFill>
              <a:latin typeface="Cooper Black" panose="0208090404030B020404" pitchFamily="18" charset="0"/>
            </a:endParaRPr>
          </a:p>
        </p:txBody>
      </p:sp>
      <p:sp>
        <p:nvSpPr>
          <p:cNvPr id="3" name="Content Placeholder 2">
            <a:extLst>
              <a:ext uri="{FF2B5EF4-FFF2-40B4-BE49-F238E27FC236}">
                <a16:creationId xmlns:a16="http://schemas.microsoft.com/office/drawing/2014/main" id="{CA960850-006A-9F97-48B7-4E36487EC98C}"/>
              </a:ext>
            </a:extLst>
          </p:cNvPr>
          <p:cNvSpPr>
            <a:spLocks noGrp="1"/>
          </p:cNvSpPr>
          <p:nvPr>
            <p:ph idx="1"/>
          </p:nvPr>
        </p:nvSpPr>
        <p:spPr/>
        <p:txBody>
          <a:bodyPr>
            <a:normAutofit fontScale="92500" lnSpcReduction="20000"/>
          </a:bodyPr>
          <a:lstStyle/>
          <a:p>
            <a:pPr marL="342900" indent="-342900">
              <a:buFont typeface="Wingdings"/>
              <a:buChar char="v"/>
            </a:pPr>
            <a:r>
              <a:rPr lang="en-US" sz="2200" dirty="0">
                <a:solidFill>
                  <a:schemeClr val="accent2"/>
                </a:solidFill>
                <a:ea typeface="+mn-lt"/>
                <a:cs typeface="+mn-lt"/>
              </a:rPr>
              <a:t>Dataset collected from Kaggle (Indian AQI Dataset).</a:t>
            </a:r>
            <a:endParaRPr lang="en-US" sz="2200" dirty="0">
              <a:solidFill>
                <a:schemeClr val="accent2"/>
              </a:solidFill>
              <a:ea typeface="Calibri"/>
              <a:cs typeface="Calibri"/>
            </a:endParaRPr>
          </a:p>
          <a:p>
            <a:pPr marL="342900" indent="-342900">
              <a:buFont typeface="Wingdings"/>
              <a:buChar char="v"/>
            </a:pPr>
            <a:r>
              <a:rPr lang="en-US" sz="2200" dirty="0">
                <a:solidFill>
                  <a:schemeClr val="accent2"/>
                </a:solidFill>
                <a:ea typeface="+mn-lt"/>
                <a:cs typeface="+mn-lt"/>
              </a:rPr>
              <a:t>Features used:</a:t>
            </a:r>
            <a:endParaRPr lang="en-US" sz="2200" dirty="0">
              <a:solidFill>
                <a:schemeClr val="accent2"/>
              </a:solidFill>
              <a:ea typeface="Calibri"/>
              <a:cs typeface="Calibri"/>
            </a:endParaRPr>
          </a:p>
          <a:p>
            <a:pPr marL="742950" lvl="1">
              <a:buFont typeface="Wingdings"/>
              <a:buChar char="Ø"/>
            </a:pPr>
            <a:r>
              <a:rPr lang="en-US" sz="2200" dirty="0">
                <a:solidFill>
                  <a:schemeClr val="accent2"/>
                </a:solidFill>
                <a:ea typeface="+mn-lt"/>
                <a:cs typeface="+mn-lt"/>
              </a:rPr>
              <a:t>PM2.5, PM10, CO, NO₂, SO₂, O₃</a:t>
            </a:r>
            <a:endParaRPr lang="en-US" sz="2200" dirty="0">
              <a:solidFill>
                <a:schemeClr val="accent2"/>
              </a:solidFill>
              <a:ea typeface="Calibri"/>
              <a:cs typeface="Calibri"/>
            </a:endParaRPr>
          </a:p>
          <a:p>
            <a:pPr marL="342900" indent="-342900">
              <a:buFont typeface="Wingdings"/>
              <a:buChar char="v"/>
            </a:pPr>
            <a:r>
              <a:rPr lang="en-US" sz="2200" dirty="0">
                <a:solidFill>
                  <a:schemeClr val="accent2"/>
                </a:solidFill>
                <a:ea typeface="+mn-lt"/>
                <a:cs typeface="+mn-lt"/>
              </a:rPr>
              <a:t>Data preprocessing:</a:t>
            </a:r>
            <a:endParaRPr lang="en-US" sz="2200" dirty="0">
              <a:solidFill>
                <a:schemeClr val="accent2"/>
              </a:solidFill>
              <a:ea typeface="Calibri"/>
              <a:cs typeface="Calibri"/>
            </a:endParaRPr>
          </a:p>
          <a:p>
            <a:pPr marL="742950" lvl="1">
              <a:buFont typeface="Wingdings"/>
              <a:buChar char="Ø"/>
            </a:pPr>
            <a:r>
              <a:rPr lang="en-US" sz="2200" dirty="0">
                <a:solidFill>
                  <a:schemeClr val="accent2"/>
                </a:solidFill>
                <a:ea typeface="+mn-lt"/>
                <a:cs typeface="+mn-lt"/>
              </a:rPr>
              <a:t>Missing value handling</a:t>
            </a:r>
            <a:endParaRPr lang="en-US" sz="2200" dirty="0">
              <a:solidFill>
                <a:schemeClr val="accent2"/>
              </a:solidFill>
              <a:ea typeface="Calibri"/>
              <a:cs typeface="Calibri"/>
            </a:endParaRPr>
          </a:p>
          <a:p>
            <a:pPr marL="450342">
              <a:buFont typeface="Wingdings"/>
              <a:buChar char="Ø"/>
            </a:pPr>
            <a:r>
              <a:rPr lang="en-US" sz="2400" dirty="0">
                <a:solidFill>
                  <a:schemeClr val="accent2"/>
                </a:solidFill>
                <a:ea typeface="+mn-lt"/>
                <a:cs typeface="+mn-lt"/>
              </a:rPr>
              <a:t>Feature normalization</a:t>
            </a:r>
            <a:endParaRPr lang="en-US" sz="2400" dirty="0">
              <a:solidFill>
                <a:schemeClr val="accent2"/>
              </a:solidFill>
              <a:ea typeface="Calibri"/>
              <a:cs typeface="Calibri"/>
            </a:endParaRPr>
          </a:p>
          <a:p>
            <a:pPr marL="742950" lvl="1">
              <a:buFont typeface="Wingdings"/>
              <a:buChar char="Ø"/>
            </a:pPr>
            <a:r>
              <a:rPr lang="en-US" sz="2200" dirty="0">
                <a:solidFill>
                  <a:schemeClr val="accent2"/>
                </a:solidFill>
                <a:ea typeface="+mn-lt"/>
                <a:cs typeface="+mn-lt"/>
              </a:rPr>
              <a:t>AQI calculation</a:t>
            </a:r>
            <a:endParaRPr lang="en-US" sz="2200" dirty="0">
              <a:solidFill>
                <a:schemeClr val="accent2"/>
              </a:solidFill>
              <a:ea typeface="Calibri"/>
              <a:cs typeface="Calibri"/>
            </a:endParaRPr>
          </a:p>
          <a:p>
            <a:pPr marL="342900" indent="-342900">
              <a:buFont typeface="Wingdings"/>
              <a:buChar char="v"/>
            </a:pPr>
            <a:r>
              <a:rPr lang="en-US" sz="2200" dirty="0">
                <a:solidFill>
                  <a:schemeClr val="accent2"/>
                </a:solidFill>
                <a:ea typeface="+mn-lt"/>
                <a:cs typeface="+mn-lt"/>
              </a:rPr>
              <a:t>Model used:</a:t>
            </a:r>
            <a:endParaRPr lang="en-US" sz="2200" dirty="0">
              <a:solidFill>
                <a:schemeClr val="accent2"/>
              </a:solidFill>
              <a:ea typeface="Calibri"/>
              <a:cs typeface="Calibri"/>
            </a:endParaRPr>
          </a:p>
          <a:p>
            <a:pPr marL="742950" lvl="1">
              <a:buFont typeface="Wingdings"/>
              <a:buChar char="Ø"/>
            </a:pPr>
            <a:r>
              <a:rPr lang="en-US" sz="2200" dirty="0">
                <a:solidFill>
                  <a:schemeClr val="accent2"/>
                </a:solidFill>
                <a:ea typeface="+mn-lt"/>
                <a:cs typeface="+mn-lt"/>
              </a:rPr>
              <a:t>Random Forest Regressor – Achieved 99.9% Accuracy</a:t>
            </a:r>
            <a:endParaRPr lang="en-US" sz="2200" dirty="0">
              <a:solidFill>
                <a:schemeClr val="accent2"/>
              </a:solidFill>
              <a:ea typeface="Calibri"/>
              <a:cs typeface="Calibri"/>
            </a:endParaRPr>
          </a:p>
          <a:p>
            <a:pPr marL="342900" indent="-342900">
              <a:buFont typeface="Wingdings"/>
              <a:buChar char="v"/>
            </a:pPr>
            <a:r>
              <a:rPr lang="en-US" sz="2200" dirty="0">
                <a:solidFill>
                  <a:schemeClr val="accent2"/>
                </a:solidFill>
                <a:ea typeface="+mn-lt"/>
                <a:cs typeface="+mn-lt"/>
              </a:rPr>
              <a:t>Outputs:</a:t>
            </a:r>
            <a:endParaRPr lang="en-US" sz="2200" dirty="0">
              <a:solidFill>
                <a:schemeClr val="accent2"/>
              </a:solidFill>
              <a:ea typeface="Calibri"/>
              <a:cs typeface="Calibri"/>
            </a:endParaRPr>
          </a:p>
          <a:p>
            <a:pPr marL="742950" lvl="1">
              <a:buFont typeface="Wingdings"/>
              <a:buChar char="Ø"/>
            </a:pPr>
            <a:r>
              <a:rPr lang="en-US" sz="2200" dirty="0">
                <a:solidFill>
                  <a:schemeClr val="accent2"/>
                </a:solidFill>
                <a:ea typeface="+mn-lt"/>
                <a:cs typeface="+mn-lt"/>
              </a:rPr>
              <a:t>Hourly, weekly, and monthly AQI predictions</a:t>
            </a:r>
            <a:endParaRPr lang="en-US" sz="2200" dirty="0">
              <a:solidFill>
                <a:schemeClr val="accent2"/>
              </a:solidFill>
              <a:ea typeface="Calibri"/>
              <a:cs typeface="Calibri"/>
            </a:endParaRPr>
          </a:p>
          <a:p>
            <a:endParaRPr lang="en-IN" dirty="0"/>
          </a:p>
        </p:txBody>
      </p:sp>
    </p:spTree>
    <p:extLst>
      <p:ext uri="{BB962C8B-B14F-4D97-AF65-F5344CB8AC3E}">
        <p14:creationId xmlns:p14="http://schemas.microsoft.com/office/powerpoint/2010/main" val="173930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1BC1-0666-9279-60B4-BB9140E4BBB7}"/>
              </a:ext>
            </a:extLst>
          </p:cNvPr>
          <p:cNvSpPr>
            <a:spLocks noGrp="1"/>
          </p:cNvSpPr>
          <p:nvPr>
            <p:ph type="title"/>
          </p:nvPr>
        </p:nvSpPr>
        <p:spPr/>
        <p:txBody>
          <a:bodyPr/>
          <a:lstStyle/>
          <a:p>
            <a:r>
              <a:rPr lang="en-US" dirty="0">
                <a:solidFill>
                  <a:schemeClr val="accent3"/>
                </a:solidFill>
                <a:latin typeface="Calibri"/>
                <a:ea typeface="Calibri"/>
                <a:cs typeface="Calibri"/>
              </a:rPr>
              <a:t>Authentication and Database</a:t>
            </a:r>
            <a:endParaRPr lang="en-IN" dirty="0">
              <a:solidFill>
                <a:schemeClr val="accent3"/>
              </a:solidFill>
            </a:endParaRPr>
          </a:p>
        </p:txBody>
      </p:sp>
      <p:sp>
        <p:nvSpPr>
          <p:cNvPr id="3" name="Content Placeholder 2">
            <a:extLst>
              <a:ext uri="{FF2B5EF4-FFF2-40B4-BE49-F238E27FC236}">
                <a16:creationId xmlns:a16="http://schemas.microsoft.com/office/drawing/2014/main" id="{DEF3A2AE-11C2-4A7C-1052-F81395E43E2C}"/>
              </a:ext>
            </a:extLst>
          </p:cNvPr>
          <p:cNvSpPr>
            <a:spLocks noGrp="1"/>
          </p:cNvSpPr>
          <p:nvPr>
            <p:ph idx="1"/>
          </p:nvPr>
        </p:nvSpPr>
        <p:spPr>
          <a:xfrm>
            <a:off x="1097280" y="1845734"/>
            <a:ext cx="10058400" cy="3679995"/>
          </a:xfrm>
        </p:spPr>
        <p:txBody>
          <a:bodyPr>
            <a:normAutofit fontScale="92500" lnSpcReduction="10000"/>
          </a:bodyPr>
          <a:lstStyle/>
          <a:p>
            <a:pPr marL="457200" indent="-457200">
              <a:buFont typeface="Wingdings" panose="05000000000000000000" pitchFamily="2" charset="2"/>
              <a:buChar char="Ø"/>
            </a:pPr>
            <a:r>
              <a:rPr lang="en-US" dirty="0">
                <a:solidFill>
                  <a:schemeClr val="accent2"/>
                </a:solidFill>
                <a:ea typeface="+mn-lt"/>
                <a:cs typeface="+mn-lt"/>
              </a:rPr>
              <a:t>User registration and login implemented using Flask.</a:t>
            </a:r>
            <a:endParaRPr lang="en-US" dirty="0">
              <a:solidFill>
                <a:schemeClr val="accent2"/>
              </a:solidFill>
              <a:ea typeface="Calibri"/>
              <a:cs typeface="Calibri"/>
            </a:endParaRPr>
          </a:p>
          <a:p>
            <a:pPr marL="457200" indent="-457200">
              <a:buFont typeface="Wingdings" panose="05000000000000000000" pitchFamily="2" charset="2"/>
              <a:buChar char="Ø"/>
            </a:pPr>
            <a:endParaRPr lang="en-US" dirty="0">
              <a:solidFill>
                <a:schemeClr val="accent2"/>
              </a:solidFill>
              <a:ea typeface="+mn-lt"/>
              <a:cs typeface="+mn-lt"/>
            </a:endParaRPr>
          </a:p>
          <a:p>
            <a:pPr marL="457200" indent="-457200">
              <a:buFont typeface="Wingdings" panose="05000000000000000000" pitchFamily="2" charset="2"/>
              <a:buChar char="Ø"/>
            </a:pPr>
            <a:r>
              <a:rPr lang="en-US" dirty="0">
                <a:solidFill>
                  <a:schemeClr val="accent2"/>
                </a:solidFill>
                <a:ea typeface="+mn-lt"/>
                <a:cs typeface="+mn-lt"/>
              </a:rPr>
              <a:t>Passwords encrypted using bcrypt hashing.</a:t>
            </a:r>
            <a:endParaRPr lang="en-US" dirty="0">
              <a:solidFill>
                <a:schemeClr val="accent2"/>
              </a:solidFill>
              <a:ea typeface="Calibri"/>
              <a:cs typeface="Calibri"/>
            </a:endParaRPr>
          </a:p>
          <a:p>
            <a:pPr marL="457200" indent="-457200">
              <a:buFont typeface="Wingdings" panose="05000000000000000000" pitchFamily="2" charset="2"/>
              <a:buChar char="Ø"/>
            </a:pPr>
            <a:endParaRPr lang="en-US" dirty="0">
              <a:solidFill>
                <a:schemeClr val="accent2"/>
              </a:solidFill>
              <a:ea typeface="+mn-lt"/>
              <a:cs typeface="+mn-lt"/>
            </a:endParaRPr>
          </a:p>
          <a:p>
            <a:pPr marL="457200" indent="-457200">
              <a:buFont typeface="Wingdings" panose="05000000000000000000" pitchFamily="2" charset="2"/>
              <a:buChar char="Ø"/>
            </a:pPr>
            <a:r>
              <a:rPr lang="en-US" dirty="0">
                <a:solidFill>
                  <a:schemeClr val="accent2"/>
                </a:solidFill>
                <a:ea typeface="+mn-lt"/>
                <a:cs typeface="+mn-lt"/>
              </a:rPr>
              <a:t>Session management using JWT tokens.</a:t>
            </a:r>
            <a:endParaRPr lang="en-US" dirty="0">
              <a:solidFill>
                <a:schemeClr val="accent2"/>
              </a:solidFill>
              <a:ea typeface="Calibri"/>
              <a:cs typeface="Calibri"/>
            </a:endParaRPr>
          </a:p>
          <a:p>
            <a:pPr marL="457200" indent="-457200">
              <a:buFont typeface="Wingdings" panose="05000000000000000000" pitchFamily="2" charset="2"/>
              <a:buChar char="Ø"/>
            </a:pPr>
            <a:endParaRPr lang="en-US" dirty="0">
              <a:solidFill>
                <a:schemeClr val="accent2"/>
              </a:solidFill>
              <a:ea typeface="+mn-lt"/>
              <a:cs typeface="+mn-lt"/>
            </a:endParaRPr>
          </a:p>
          <a:p>
            <a:pPr marL="457200" indent="-457200">
              <a:buFont typeface="Wingdings" panose="05000000000000000000" pitchFamily="2" charset="2"/>
              <a:buChar char="Ø"/>
            </a:pPr>
            <a:r>
              <a:rPr lang="en-US" dirty="0">
                <a:solidFill>
                  <a:schemeClr val="accent2"/>
                </a:solidFill>
                <a:ea typeface="+mn-lt"/>
                <a:cs typeface="+mn-lt"/>
              </a:rPr>
              <a:t>MongoDB stores: User credentials,AQI records</a:t>
            </a:r>
            <a:endParaRPr lang="en-US" dirty="0">
              <a:solidFill>
                <a:schemeClr val="accent2"/>
              </a:solidFill>
              <a:ea typeface="Calibri"/>
              <a:cs typeface="Calibri"/>
            </a:endParaRPr>
          </a:p>
          <a:p>
            <a:endParaRPr lang="en-US" dirty="0">
              <a:solidFill>
                <a:schemeClr val="accent2"/>
              </a:solidFill>
              <a:ea typeface="Calibri"/>
              <a:cs typeface="Calibri"/>
            </a:endParaRPr>
          </a:p>
          <a:p>
            <a:pPr marL="457200" indent="-457200">
              <a:buFont typeface="Wingdings" panose="05000000000000000000" pitchFamily="2" charset="2"/>
              <a:buChar char="Ø"/>
            </a:pPr>
            <a:r>
              <a:rPr lang="en-US" dirty="0">
                <a:solidFill>
                  <a:schemeClr val="accent2"/>
                </a:solidFill>
                <a:ea typeface="+mn-lt"/>
                <a:cs typeface="+mn-lt"/>
              </a:rPr>
              <a:t>Ensured secure and reliable data storage</a:t>
            </a:r>
            <a:endParaRPr lang="en-IN" dirty="0">
              <a:solidFill>
                <a:schemeClr val="accent2"/>
              </a:solidFill>
            </a:endParaRPr>
          </a:p>
          <a:p>
            <a:endParaRPr lang="en-IN" dirty="0"/>
          </a:p>
        </p:txBody>
      </p:sp>
    </p:spTree>
    <p:extLst>
      <p:ext uri="{BB962C8B-B14F-4D97-AF65-F5344CB8AC3E}">
        <p14:creationId xmlns:p14="http://schemas.microsoft.com/office/powerpoint/2010/main" val="2754712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7BD56-1653-6761-FEB3-E1F67B71CFF6}"/>
              </a:ext>
            </a:extLst>
          </p:cNvPr>
          <p:cNvSpPr>
            <a:spLocks noGrp="1"/>
          </p:cNvSpPr>
          <p:nvPr>
            <p:ph type="title"/>
          </p:nvPr>
        </p:nvSpPr>
        <p:spPr/>
        <p:txBody>
          <a:bodyPr>
            <a:normAutofit/>
          </a:bodyPr>
          <a:lstStyle/>
          <a:p>
            <a:r>
              <a:rPr lang="en-US" sz="3600" dirty="0">
                <a:solidFill>
                  <a:schemeClr val="accent3"/>
                </a:solidFill>
                <a:latin typeface="Cooper Black" panose="0208090404030B020404" pitchFamily="18" charset="0"/>
              </a:rPr>
              <a:t>Technology Stack &amp; Development Tools</a:t>
            </a:r>
            <a:endParaRPr lang="en-IN" sz="3600" dirty="0">
              <a:solidFill>
                <a:schemeClr val="accent3"/>
              </a:solidFill>
              <a:latin typeface="Cooper Black" panose="0208090404030B020404" pitchFamily="18" charset="0"/>
            </a:endParaRPr>
          </a:p>
        </p:txBody>
      </p:sp>
      <p:sp>
        <p:nvSpPr>
          <p:cNvPr id="3" name="Content Placeholder 2">
            <a:extLst>
              <a:ext uri="{FF2B5EF4-FFF2-40B4-BE49-F238E27FC236}">
                <a16:creationId xmlns:a16="http://schemas.microsoft.com/office/drawing/2014/main" id="{BF10E9EB-4843-ECA4-35FF-A03806B757D5}"/>
              </a:ext>
            </a:extLst>
          </p:cNvPr>
          <p:cNvSpPr>
            <a:spLocks noGrp="1"/>
          </p:cNvSpPr>
          <p:nvPr>
            <p:ph idx="1"/>
          </p:nvPr>
        </p:nvSpPr>
        <p:spPr>
          <a:xfrm>
            <a:off x="1553497" y="1995948"/>
            <a:ext cx="8731045" cy="3687098"/>
          </a:xfrm>
        </p:spPr>
        <p:txBody>
          <a:bodyPr>
            <a:normAutofit/>
          </a:bodyPr>
          <a:lstStyle/>
          <a:p>
            <a:r>
              <a:rPr lang="en-IN" b="1" dirty="0">
                <a:solidFill>
                  <a:schemeClr val="accent2"/>
                </a:solidFill>
                <a:latin typeface="Times New Roman" panose="02020603050405020304" pitchFamily="18" charset="0"/>
                <a:cs typeface="Times New Roman" panose="02020603050405020304" pitchFamily="18" charset="0"/>
              </a:rPr>
              <a:t>Frontend:</a:t>
            </a:r>
            <a:r>
              <a:rPr lang="en-IN" dirty="0">
                <a:solidFill>
                  <a:schemeClr val="accent2"/>
                </a:solidFill>
                <a:latin typeface="Times New Roman" panose="02020603050405020304" pitchFamily="18" charset="0"/>
                <a:cs typeface="Times New Roman" panose="02020603050405020304" pitchFamily="18" charset="0"/>
              </a:rPr>
              <a:t> React.js and Tailwind CSS for building a modern, responsive, and interactive user interface</a:t>
            </a:r>
          </a:p>
          <a:p>
            <a:r>
              <a:rPr lang="en-IN" b="1" dirty="0">
                <a:solidFill>
                  <a:schemeClr val="accent2"/>
                </a:solidFill>
                <a:latin typeface="Times New Roman" panose="02020603050405020304" pitchFamily="18" charset="0"/>
                <a:cs typeface="Times New Roman" panose="02020603050405020304" pitchFamily="18" charset="0"/>
              </a:rPr>
              <a:t>Backend:</a:t>
            </a:r>
            <a:r>
              <a:rPr lang="en-IN" dirty="0">
                <a:solidFill>
                  <a:schemeClr val="accent2"/>
                </a:solidFill>
                <a:latin typeface="Times New Roman" panose="02020603050405020304" pitchFamily="18" charset="0"/>
                <a:cs typeface="Times New Roman" panose="02020603050405020304" pitchFamily="18" charset="0"/>
              </a:rPr>
              <a:t> Flask (Python) for handling APIs, authentication, and model integration</a:t>
            </a:r>
          </a:p>
          <a:p>
            <a:r>
              <a:rPr lang="en-IN" b="1" dirty="0">
                <a:solidFill>
                  <a:schemeClr val="accent2"/>
                </a:solidFill>
                <a:latin typeface="Times New Roman" panose="02020603050405020304" pitchFamily="18" charset="0"/>
                <a:cs typeface="Times New Roman" panose="02020603050405020304" pitchFamily="18" charset="0"/>
              </a:rPr>
              <a:t>Machine Learning:</a:t>
            </a:r>
            <a:r>
              <a:rPr lang="en-IN" dirty="0">
                <a:solidFill>
                  <a:schemeClr val="accent2"/>
                </a:solidFill>
                <a:latin typeface="Times New Roman" panose="02020603050405020304" pitchFamily="18" charset="0"/>
                <a:cs typeface="Times New Roman" panose="02020603050405020304" pitchFamily="18" charset="0"/>
              </a:rPr>
              <a:t> Random Forest model implemented using scikit-learn for accurate AQI prediction</a:t>
            </a:r>
          </a:p>
          <a:p>
            <a:r>
              <a:rPr lang="en-IN" b="1" dirty="0">
                <a:solidFill>
                  <a:schemeClr val="accent2"/>
                </a:solidFill>
                <a:latin typeface="Times New Roman" panose="02020603050405020304" pitchFamily="18" charset="0"/>
                <a:cs typeface="Times New Roman" panose="02020603050405020304" pitchFamily="18" charset="0"/>
              </a:rPr>
              <a:t>Database:</a:t>
            </a:r>
            <a:r>
              <a:rPr lang="en-IN" dirty="0">
                <a:solidFill>
                  <a:schemeClr val="accent2"/>
                </a:solidFill>
                <a:latin typeface="Times New Roman" panose="02020603050405020304" pitchFamily="18" charset="0"/>
                <a:cs typeface="Times New Roman" panose="02020603050405020304" pitchFamily="18" charset="0"/>
              </a:rPr>
              <a:t> MongoDB for storing user data and air-quality records</a:t>
            </a:r>
          </a:p>
          <a:p>
            <a:r>
              <a:rPr lang="en-IN" b="1" dirty="0">
                <a:solidFill>
                  <a:schemeClr val="accent2"/>
                </a:solidFill>
                <a:latin typeface="Times New Roman" panose="02020603050405020304" pitchFamily="18" charset="0"/>
                <a:cs typeface="Times New Roman" panose="02020603050405020304" pitchFamily="18" charset="0"/>
              </a:rPr>
              <a:t>Development Tools:</a:t>
            </a:r>
            <a:r>
              <a:rPr lang="en-IN" dirty="0">
                <a:solidFill>
                  <a:schemeClr val="accent2"/>
                </a:solidFill>
                <a:latin typeface="Times New Roman" panose="02020603050405020304" pitchFamily="18" charset="0"/>
                <a:cs typeface="Times New Roman" panose="02020603050405020304" pitchFamily="18" charset="0"/>
              </a:rPr>
              <a:t> VS Code, GitHub for version control, Postman for API testing, and Node.js for frontend dependency management</a:t>
            </a:r>
          </a:p>
          <a:p>
            <a:endParaRPr lang="en-IN" dirty="0"/>
          </a:p>
        </p:txBody>
      </p:sp>
    </p:spTree>
    <p:extLst>
      <p:ext uri="{BB962C8B-B14F-4D97-AF65-F5344CB8AC3E}">
        <p14:creationId xmlns:p14="http://schemas.microsoft.com/office/powerpoint/2010/main" val="3942292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1F2AE3-8652-7F33-1CAA-5E836B25F04D}"/>
              </a:ext>
            </a:extLst>
          </p:cNvPr>
          <p:cNvSpPr>
            <a:spLocks noGrp="1"/>
          </p:cNvSpPr>
          <p:nvPr>
            <p:ph sz="half" idx="1"/>
          </p:nvPr>
        </p:nvSpPr>
        <p:spPr>
          <a:ln>
            <a:noFill/>
          </a:ln>
          <a:effectLst/>
          <a:scene3d>
            <a:camera prst="orthographicFront">
              <a:rot lat="0" lon="0" rev="0"/>
            </a:camera>
            <a:lightRig rig="chilly" dir="t">
              <a:rot lat="0" lon="0" rev="18480000"/>
            </a:lightRig>
          </a:scene3d>
          <a:sp3d prstMaterial="clear">
            <a:bevelT h="63500"/>
          </a:sp3d>
        </p:spPr>
        <p:txBody>
          <a:bodyPr>
            <a:normAutofit fontScale="85000" lnSpcReduction="10000"/>
          </a:bodyPr>
          <a:lstStyle/>
          <a:p>
            <a:r>
              <a:rPr lang="en-US" b="1" dirty="0">
                <a:solidFill>
                  <a:schemeClr val="accent2"/>
                </a:solidFill>
              </a:rPr>
              <a:t>Milestone 1 – Initial Setup</a:t>
            </a:r>
            <a:endParaRPr lang="en-US" dirty="0">
              <a:solidFill>
                <a:schemeClr val="accent2"/>
              </a:solidFill>
            </a:endParaRPr>
          </a:p>
          <a:p>
            <a:pPr>
              <a:buClr>
                <a:schemeClr val="tx1"/>
              </a:buClr>
              <a:buFont typeface="Wingdings" panose="05000000000000000000" pitchFamily="2" charset="2"/>
              <a:buChar char="Ø"/>
            </a:pPr>
            <a:r>
              <a:rPr lang="en-US" dirty="0">
                <a:solidFill>
                  <a:schemeClr val="accent2"/>
                </a:solidFill>
              </a:rPr>
              <a:t>Defined project concept &amp; architecture</a:t>
            </a:r>
          </a:p>
          <a:p>
            <a:pPr>
              <a:buClr>
                <a:schemeClr val="tx1"/>
              </a:buClr>
              <a:buFont typeface="Wingdings" panose="05000000000000000000" pitchFamily="2" charset="2"/>
              <a:buChar char="Ø"/>
            </a:pPr>
            <a:r>
              <a:rPr lang="en-US" dirty="0">
                <a:solidFill>
                  <a:schemeClr val="accent2"/>
                </a:solidFill>
              </a:rPr>
              <a:t>Built initial frontend (Home &amp; basic dashboard)</a:t>
            </a:r>
          </a:p>
          <a:p>
            <a:pPr>
              <a:buClr>
                <a:schemeClr val="tx1"/>
              </a:buClr>
              <a:buFont typeface="Wingdings" panose="05000000000000000000" pitchFamily="2" charset="2"/>
              <a:buChar char="Ø"/>
            </a:pPr>
            <a:r>
              <a:rPr lang="en-US" dirty="0">
                <a:solidFill>
                  <a:schemeClr val="accent2"/>
                </a:solidFill>
              </a:rPr>
              <a:t>Set up project repository &amp; folder structure</a:t>
            </a:r>
          </a:p>
          <a:p>
            <a:pPr>
              <a:buClr>
                <a:schemeClr val="tx1"/>
              </a:buClr>
              <a:buFont typeface="Wingdings" panose="05000000000000000000" pitchFamily="2" charset="2"/>
              <a:buChar char="Ø"/>
            </a:pPr>
            <a:r>
              <a:rPr lang="en-US" dirty="0">
                <a:solidFill>
                  <a:schemeClr val="accent2"/>
                </a:solidFill>
              </a:rPr>
              <a:t>Created initial UI components for dashboard</a:t>
            </a:r>
          </a:p>
          <a:p>
            <a:r>
              <a:rPr lang="en-US" b="1" dirty="0">
                <a:solidFill>
                  <a:schemeClr val="accent2"/>
                </a:solidFill>
              </a:rPr>
              <a:t>Milestone 2 – Feature Enhancement</a:t>
            </a:r>
            <a:endParaRPr lang="en-US" dirty="0">
              <a:solidFill>
                <a:schemeClr val="accent2"/>
              </a:solidFill>
            </a:endParaRPr>
          </a:p>
          <a:p>
            <a:pPr>
              <a:buClr>
                <a:schemeClr val="tx1"/>
              </a:buClr>
              <a:buFont typeface="Wingdings" panose="05000000000000000000" pitchFamily="2" charset="2"/>
              <a:buChar char="Ø"/>
            </a:pPr>
            <a:r>
              <a:rPr lang="en-US" dirty="0">
                <a:solidFill>
                  <a:schemeClr val="accent2"/>
                </a:solidFill>
              </a:rPr>
              <a:t>Upgraded alert system from SMS to Email, WhatsApp &amp; Twitter</a:t>
            </a:r>
          </a:p>
          <a:p>
            <a:pPr>
              <a:buClr>
                <a:schemeClr val="tx1"/>
              </a:buClr>
              <a:buFont typeface="Wingdings" panose="05000000000000000000" pitchFamily="2" charset="2"/>
              <a:buChar char="Ø"/>
            </a:pPr>
            <a:r>
              <a:rPr lang="en-US" dirty="0">
                <a:solidFill>
                  <a:schemeClr val="accent2"/>
                </a:solidFill>
              </a:rPr>
              <a:t>Trained ML model for accurate AQI predictions</a:t>
            </a:r>
          </a:p>
          <a:p>
            <a:pPr>
              <a:buClr>
                <a:schemeClr val="tx1"/>
              </a:buClr>
              <a:buFont typeface="Wingdings" panose="05000000000000000000" pitchFamily="2" charset="2"/>
              <a:buChar char="Ø"/>
            </a:pPr>
            <a:r>
              <a:rPr lang="en-US" dirty="0">
                <a:solidFill>
                  <a:schemeClr val="accent2"/>
                </a:solidFill>
              </a:rPr>
              <a:t>Enhanced dashboard interactivity</a:t>
            </a:r>
          </a:p>
          <a:p>
            <a:pPr>
              <a:buClr>
                <a:schemeClr val="tx1"/>
              </a:buClr>
              <a:buFont typeface="Arial" panose="020B0604020202020204" pitchFamily="34" charset="0"/>
              <a:buChar char="•"/>
            </a:pPr>
            <a:endParaRPr lang="en-US" dirty="0">
              <a:solidFill>
                <a:schemeClr val="accent2"/>
              </a:solidFill>
            </a:endParaRPr>
          </a:p>
          <a:p>
            <a:endParaRPr lang="en-IN" dirty="0"/>
          </a:p>
        </p:txBody>
      </p:sp>
      <p:sp>
        <p:nvSpPr>
          <p:cNvPr id="2" name="Title 1">
            <a:extLst>
              <a:ext uri="{FF2B5EF4-FFF2-40B4-BE49-F238E27FC236}">
                <a16:creationId xmlns:a16="http://schemas.microsoft.com/office/drawing/2014/main" id="{1AA1B673-7EFA-EC25-5B6C-4C82C780F491}"/>
              </a:ext>
            </a:extLst>
          </p:cNvPr>
          <p:cNvSpPr>
            <a:spLocks noGrp="1"/>
          </p:cNvSpPr>
          <p:nvPr>
            <p:ph type="title"/>
          </p:nvPr>
        </p:nvSpPr>
        <p:spPr/>
        <p:txBody>
          <a:bodyPr/>
          <a:lstStyle/>
          <a:p>
            <a:r>
              <a:rPr lang="en-US" b="1" dirty="0">
                <a:solidFill>
                  <a:schemeClr val="accent3"/>
                </a:solidFill>
              </a:rPr>
              <a:t>Progress Journey Across All Milestones</a:t>
            </a:r>
            <a:endParaRPr lang="en-IN" dirty="0">
              <a:solidFill>
                <a:schemeClr val="accent3"/>
              </a:solidFill>
            </a:endParaRPr>
          </a:p>
        </p:txBody>
      </p:sp>
      <p:sp>
        <p:nvSpPr>
          <p:cNvPr id="4" name="Content Placeholder 3">
            <a:extLst>
              <a:ext uri="{FF2B5EF4-FFF2-40B4-BE49-F238E27FC236}">
                <a16:creationId xmlns:a16="http://schemas.microsoft.com/office/drawing/2014/main" id="{C9DB21AA-5443-8146-62D7-4C659F37DD51}"/>
              </a:ext>
            </a:extLst>
          </p:cNvPr>
          <p:cNvSpPr>
            <a:spLocks noGrp="1"/>
          </p:cNvSpPr>
          <p:nvPr>
            <p:ph sz="half" idx="2"/>
          </p:nvPr>
        </p:nvSpPr>
        <p:spPr>
          <a:ln>
            <a:noFill/>
          </a:ln>
          <a:effectLst/>
          <a:scene3d>
            <a:camera prst="orthographicFront">
              <a:rot lat="0" lon="0" rev="0"/>
            </a:camera>
            <a:lightRig rig="chilly" dir="t">
              <a:rot lat="0" lon="0" rev="18480000"/>
            </a:lightRig>
          </a:scene3d>
          <a:sp3d prstMaterial="clear">
            <a:bevelT h="63500"/>
          </a:sp3d>
        </p:spPr>
        <p:txBody>
          <a:bodyPr>
            <a:normAutofit fontScale="85000" lnSpcReduction="10000"/>
          </a:bodyPr>
          <a:lstStyle/>
          <a:p>
            <a:r>
              <a:rPr lang="en-US" b="1" dirty="0">
                <a:solidFill>
                  <a:schemeClr val="accent2"/>
                </a:solidFill>
              </a:rPr>
              <a:t>Milestone 3 – Backend Integration</a:t>
            </a:r>
            <a:endParaRPr lang="en-US" dirty="0">
              <a:solidFill>
                <a:schemeClr val="accent2"/>
              </a:solidFill>
            </a:endParaRPr>
          </a:p>
          <a:p>
            <a:pPr>
              <a:buClr>
                <a:schemeClr val="tx1"/>
              </a:buClr>
              <a:buFont typeface="Wingdings" panose="05000000000000000000" pitchFamily="2" charset="2"/>
              <a:buChar char="Ø"/>
            </a:pPr>
            <a:r>
              <a:rPr lang="en-US" dirty="0">
                <a:solidFill>
                  <a:schemeClr val="accent2"/>
                </a:solidFill>
              </a:rPr>
              <a:t>Prepared dataset &amp; backend setup</a:t>
            </a:r>
          </a:p>
          <a:p>
            <a:pPr>
              <a:buClr>
                <a:schemeClr val="tx1"/>
              </a:buClr>
              <a:buFont typeface="Wingdings" panose="05000000000000000000" pitchFamily="2" charset="2"/>
              <a:buChar char="Ø"/>
            </a:pPr>
            <a:r>
              <a:rPr lang="en-US" dirty="0">
                <a:solidFill>
                  <a:schemeClr val="accent2"/>
                </a:solidFill>
              </a:rPr>
              <a:t>Configured MongoDB</a:t>
            </a:r>
          </a:p>
          <a:p>
            <a:pPr>
              <a:buClr>
                <a:schemeClr val="tx1"/>
              </a:buClr>
              <a:buFont typeface="Wingdings" panose="05000000000000000000" pitchFamily="2" charset="2"/>
              <a:buChar char="Ø"/>
            </a:pPr>
            <a:r>
              <a:rPr lang="en-US" dirty="0">
                <a:solidFill>
                  <a:schemeClr val="accent2"/>
                </a:solidFill>
              </a:rPr>
              <a:t>Connected frontend with backend APIs</a:t>
            </a:r>
          </a:p>
          <a:p>
            <a:pPr>
              <a:buClr>
                <a:schemeClr val="tx1"/>
              </a:buClr>
              <a:buFont typeface="Wingdings" panose="05000000000000000000" pitchFamily="2" charset="2"/>
              <a:buChar char="Ø"/>
            </a:pPr>
            <a:r>
              <a:rPr lang="en-US" dirty="0">
                <a:solidFill>
                  <a:schemeClr val="accent2"/>
                </a:solidFill>
              </a:rPr>
              <a:t>Enabled user authentication &amp; profile management</a:t>
            </a:r>
          </a:p>
          <a:p>
            <a:pPr>
              <a:buClr>
                <a:schemeClr val="tx1"/>
              </a:buClr>
              <a:buFont typeface="Wingdings" panose="05000000000000000000" pitchFamily="2" charset="2"/>
              <a:buChar char="Ø"/>
            </a:pPr>
            <a:r>
              <a:rPr lang="en-US" dirty="0">
                <a:solidFill>
                  <a:schemeClr val="accent2"/>
                </a:solidFill>
              </a:rPr>
              <a:t>Deployed predictions &amp; health recommendations</a:t>
            </a:r>
          </a:p>
          <a:p>
            <a:r>
              <a:rPr lang="en-US" b="1" dirty="0">
                <a:solidFill>
                  <a:schemeClr val="accent2"/>
                </a:solidFill>
              </a:rPr>
              <a:t>Milestone 4 – Final Touches &amp; Testing</a:t>
            </a:r>
            <a:endParaRPr lang="en-US" dirty="0">
              <a:solidFill>
                <a:schemeClr val="accent2"/>
              </a:solidFill>
            </a:endParaRPr>
          </a:p>
          <a:p>
            <a:pPr>
              <a:buClr>
                <a:schemeClr val="tx1"/>
              </a:buClr>
              <a:buFont typeface="Wingdings" panose="05000000000000000000" pitchFamily="2" charset="2"/>
              <a:buChar char="Ø"/>
            </a:pPr>
            <a:r>
              <a:rPr lang="en-US" dirty="0">
                <a:solidFill>
                  <a:schemeClr val="accent2"/>
                </a:solidFill>
              </a:rPr>
              <a:t>Added About &amp; Profile sections</a:t>
            </a:r>
          </a:p>
          <a:p>
            <a:pPr>
              <a:buClr>
                <a:schemeClr val="tx1"/>
              </a:buClr>
              <a:buFont typeface="Wingdings" panose="05000000000000000000" pitchFamily="2" charset="2"/>
              <a:buChar char="Ø"/>
            </a:pPr>
            <a:r>
              <a:rPr lang="en-US" dirty="0">
                <a:solidFill>
                  <a:schemeClr val="accent2"/>
                </a:solidFill>
              </a:rPr>
              <a:t>Conducted testing &amp; fixed errors</a:t>
            </a:r>
          </a:p>
          <a:p>
            <a:pPr>
              <a:buClr>
                <a:schemeClr val="tx1"/>
              </a:buClr>
              <a:buFont typeface="Wingdings" panose="05000000000000000000" pitchFamily="2" charset="2"/>
              <a:buChar char="Ø"/>
            </a:pPr>
            <a:r>
              <a:rPr lang="en-US" dirty="0">
                <a:solidFill>
                  <a:schemeClr val="accent2"/>
                </a:solidFill>
              </a:rPr>
              <a:t>Improved security &amp; prepared final report/presentation</a:t>
            </a:r>
          </a:p>
          <a:p>
            <a:endParaRPr lang="en-IN" dirty="0"/>
          </a:p>
        </p:txBody>
      </p:sp>
    </p:spTree>
    <p:extLst>
      <p:ext uri="{BB962C8B-B14F-4D97-AF65-F5344CB8AC3E}">
        <p14:creationId xmlns:p14="http://schemas.microsoft.com/office/powerpoint/2010/main" val="1094514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A3604-2399-548A-D4BF-EDA79956034A}"/>
              </a:ext>
            </a:extLst>
          </p:cNvPr>
          <p:cNvSpPr>
            <a:spLocks noGrp="1"/>
          </p:cNvSpPr>
          <p:nvPr>
            <p:ph type="title"/>
          </p:nvPr>
        </p:nvSpPr>
        <p:spPr/>
        <p:txBody>
          <a:bodyPr/>
          <a:lstStyle/>
          <a:p>
            <a:r>
              <a:rPr lang="en-IN" dirty="0">
                <a:solidFill>
                  <a:schemeClr val="accent3"/>
                </a:solidFill>
                <a:latin typeface="Cooper Black" panose="0208090404030B020404" pitchFamily="18" charset="0"/>
              </a:rPr>
              <a:t>Team Contribution </a:t>
            </a:r>
          </a:p>
        </p:txBody>
      </p:sp>
      <p:sp>
        <p:nvSpPr>
          <p:cNvPr id="3" name="Content Placeholder 2">
            <a:extLst>
              <a:ext uri="{FF2B5EF4-FFF2-40B4-BE49-F238E27FC236}">
                <a16:creationId xmlns:a16="http://schemas.microsoft.com/office/drawing/2014/main" id="{B35D4CC6-E80A-0E83-27AD-BE4371F1DFFD}"/>
              </a:ext>
            </a:extLst>
          </p:cNvPr>
          <p:cNvSpPr>
            <a:spLocks noGrp="1"/>
          </p:cNvSpPr>
          <p:nvPr>
            <p:ph idx="1"/>
          </p:nvPr>
        </p:nvSpPr>
        <p:spPr/>
        <p:txBody>
          <a:bodyPr>
            <a:normAutofit fontScale="92500" lnSpcReduction="10000"/>
          </a:bodyPr>
          <a:lstStyle/>
          <a:p>
            <a:pPr algn="just">
              <a:defRPr/>
            </a:pPr>
            <a:r>
              <a:rPr lang="en-US" sz="2400" b="1" u="sng" dirty="0">
                <a:solidFill>
                  <a:schemeClr val="accent2"/>
                </a:solidFill>
                <a:latin typeface="Franklin Gothic Book"/>
                <a:ea typeface="Franklin Gothic Book"/>
                <a:cs typeface="Franklin Gothic Book"/>
              </a:rPr>
              <a:t>Ruchitha Mallela</a:t>
            </a:r>
            <a:endParaRPr lang="en-US" dirty="0">
              <a:solidFill>
                <a:schemeClr val="accent2"/>
              </a:solidFill>
              <a:latin typeface="Franklin Gothic Book"/>
              <a:cs typeface="Franklin Gothic Book"/>
            </a:endParaRPr>
          </a:p>
          <a:p>
            <a:pPr algn="just">
              <a:defRPr/>
            </a:pPr>
            <a:r>
              <a:rPr lang="en-US" dirty="0">
                <a:solidFill>
                  <a:schemeClr val="accent2"/>
                </a:solidFill>
                <a:latin typeface="Times New Roman" panose="02020603050405020304" pitchFamily="18" charset="0"/>
                <a:ea typeface="Franklin Gothic Book"/>
                <a:cs typeface="Times New Roman" panose="02020603050405020304" pitchFamily="18" charset="0"/>
              </a:rPr>
              <a:t>The frontend development of the Smart AQI Monitoring and Prediction System was entirely handled by me and </a:t>
            </a:r>
            <a:r>
              <a:rPr lang="en-US" dirty="0" err="1">
                <a:solidFill>
                  <a:schemeClr val="accent2"/>
                </a:solidFill>
                <a:latin typeface="Times New Roman" panose="02020603050405020304" pitchFamily="18" charset="0"/>
                <a:ea typeface="Franklin Gothic Book"/>
                <a:cs typeface="Times New Roman" panose="02020603050405020304" pitchFamily="18" charset="0"/>
              </a:rPr>
              <a:t>Iam</a:t>
            </a:r>
            <a:r>
              <a:rPr lang="en-US">
                <a:solidFill>
                  <a:schemeClr val="accent2"/>
                </a:solidFill>
                <a:latin typeface="Times New Roman" panose="02020603050405020304" pitchFamily="18" charset="0"/>
                <a:ea typeface="Franklin Gothic Book"/>
                <a:cs typeface="Times New Roman" panose="02020603050405020304" pitchFamily="18" charset="0"/>
              </a:rPr>
              <a:t> responsible </a:t>
            </a:r>
            <a:r>
              <a:rPr lang="en-US" dirty="0">
                <a:solidFill>
                  <a:schemeClr val="accent2"/>
                </a:solidFill>
                <a:latin typeface="Times New Roman" panose="02020603050405020304" pitchFamily="18" charset="0"/>
                <a:ea typeface="Franklin Gothic Book"/>
                <a:cs typeface="Times New Roman" panose="02020603050405020304" pitchFamily="18" charset="0"/>
              </a:rPr>
              <a:t>for designing and implementing the complete user interface using React.js. This included building responsive pages, integrating dynamic dashboards, visualizing AQI and pollutant data through charts, implementing city selection, theme toggling, and ensuring a smooth and user-friendly experience across the application.</a:t>
            </a:r>
            <a:r>
              <a:rPr lang="en-US" dirty="0">
                <a:latin typeface="Times New Roman" panose="02020603050405020304" pitchFamily="18" charset="0"/>
                <a:cs typeface="Times New Roman" panose="02020603050405020304" pitchFamily="18" charset="0"/>
              </a:rPr>
              <a:t> </a:t>
            </a:r>
            <a:r>
              <a:rPr lang="en-US" dirty="0">
                <a:solidFill>
                  <a:schemeClr val="accent2"/>
                </a:solidFill>
                <a:latin typeface="Times New Roman" panose="02020603050405020304" pitchFamily="18" charset="0"/>
                <a:cs typeface="Times New Roman" panose="02020603050405020304" pitchFamily="18" charset="0"/>
              </a:rPr>
              <a:t>Additional sections like About, Profile, and health recommendation cards help users understand air quality impacts and system functionality.</a:t>
            </a:r>
          </a:p>
          <a:p>
            <a:pPr algn="just">
              <a:defRPr/>
            </a:pPr>
            <a:r>
              <a:rPr lang="en-US" sz="2400" b="1" dirty="0">
                <a:solidFill>
                  <a:schemeClr val="accent2"/>
                </a:solidFill>
                <a:latin typeface="Franklin Gothic Book"/>
                <a:ea typeface="Franklin Gothic Book"/>
                <a:cs typeface="Franklin Gothic Book"/>
              </a:rPr>
              <a:t>Rahul </a:t>
            </a:r>
            <a:r>
              <a:rPr lang="en-US" sz="2400" b="1" dirty="0" err="1">
                <a:solidFill>
                  <a:schemeClr val="accent2"/>
                </a:solidFill>
                <a:latin typeface="Franklin Gothic Book"/>
                <a:ea typeface="Franklin Gothic Book"/>
                <a:cs typeface="Franklin Gothic Book"/>
              </a:rPr>
              <a:t>Kummara</a:t>
            </a:r>
            <a:endParaRPr lang="en-US" dirty="0">
              <a:solidFill>
                <a:schemeClr val="accent2"/>
              </a:solidFill>
              <a:latin typeface="Franklin Gothic Book"/>
              <a:cs typeface="Franklin Gothic Book"/>
            </a:endParaRPr>
          </a:p>
          <a:p>
            <a:pPr algn="just">
              <a:defRPr/>
            </a:pPr>
            <a:r>
              <a:rPr lang="en-US" dirty="0">
                <a:solidFill>
                  <a:schemeClr val="accent2"/>
                </a:solidFill>
                <a:latin typeface="Franklin Gothic Book"/>
                <a:ea typeface="Franklin Gothic Book"/>
                <a:cs typeface="Franklin Gothic Book"/>
              </a:rPr>
              <a:t>The backend development was independently designed and implemented by </a:t>
            </a:r>
            <a:r>
              <a:rPr lang="en-US" dirty="0" err="1">
                <a:solidFill>
                  <a:schemeClr val="accent2"/>
                </a:solidFill>
                <a:latin typeface="Franklin Gothic Book"/>
                <a:ea typeface="Franklin Gothic Book"/>
                <a:cs typeface="Franklin Gothic Book"/>
              </a:rPr>
              <a:t>rahul</a:t>
            </a:r>
            <a:r>
              <a:rPr lang="en-US" dirty="0">
                <a:solidFill>
                  <a:schemeClr val="accent2"/>
                </a:solidFill>
                <a:latin typeface="Franklin Gothic Book"/>
                <a:ea typeface="Franklin Gothic Book"/>
                <a:cs typeface="Franklin Gothic Book"/>
              </a:rPr>
              <a:t>, covering end-to-end server-side functionality. And his  contribution included developing RESTful APIs using Flask, integrating real-time AQI data from external APIs, implementing secure user authentication with JWT and password hashing, designing MongoDB database interactions, training and deploying a machine learning model for AQI prediction, and ensuring seamless communication between the frontend and backend.</a:t>
            </a:r>
            <a:endParaRPr lang="en-US" dirty="0">
              <a:solidFill>
                <a:schemeClr val="accent2"/>
              </a:solidFill>
              <a:latin typeface="Franklin Gothic Book"/>
              <a:cs typeface="Franklin Gothic Book"/>
            </a:endParaRPr>
          </a:p>
          <a:p>
            <a:endParaRPr lang="en-IN" dirty="0"/>
          </a:p>
        </p:txBody>
      </p:sp>
    </p:spTree>
    <p:extLst>
      <p:ext uri="{BB962C8B-B14F-4D97-AF65-F5344CB8AC3E}">
        <p14:creationId xmlns:p14="http://schemas.microsoft.com/office/powerpoint/2010/main" val="793478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8004-AE2D-714B-0A34-09E197F8F67D}"/>
              </a:ext>
            </a:extLst>
          </p:cNvPr>
          <p:cNvSpPr>
            <a:spLocks noGrp="1"/>
          </p:cNvSpPr>
          <p:nvPr>
            <p:ph type="title"/>
          </p:nvPr>
        </p:nvSpPr>
        <p:spPr>
          <a:xfrm>
            <a:off x="979293" y="238771"/>
            <a:ext cx="10058400" cy="1450757"/>
          </a:xfrm>
        </p:spPr>
        <p:txBody>
          <a:bodyPr/>
          <a:lstStyle/>
          <a:p>
            <a:r>
              <a:rPr lang="en-IN" dirty="0">
                <a:solidFill>
                  <a:schemeClr val="accent3"/>
                </a:solidFill>
                <a:latin typeface="Cooper Black" panose="0208090404030B020404" pitchFamily="18" charset="0"/>
              </a:rPr>
              <a:t>Output Snippets</a:t>
            </a:r>
          </a:p>
        </p:txBody>
      </p:sp>
      <p:pic>
        <p:nvPicPr>
          <p:cNvPr id="4" name="Picture Placeholder 4" descr="A screenshot of a computer">
            <a:extLst>
              <a:ext uri="{FF2B5EF4-FFF2-40B4-BE49-F238E27FC236}">
                <a16:creationId xmlns:a16="http://schemas.microsoft.com/office/drawing/2014/main" id="{4462167B-243B-585A-CC0E-891F7F04D58A}"/>
              </a:ext>
            </a:extLst>
          </p:cNvPr>
          <p:cNvPicPr>
            <a:picLocks noGrp="1" noChangeAspect="1"/>
          </p:cNvPicPr>
          <p:nvPr>
            <p:ph idx="1"/>
          </p:nvPr>
        </p:nvPicPr>
        <p:blipFill>
          <a:blip r:embed="rId2"/>
          <a:srcRect t="29787" b="29787"/>
          <a:stretch>
            <a:fillRect/>
          </a:stretch>
        </p:blipFill>
        <p:spPr>
          <a:xfrm>
            <a:off x="351632" y="2096495"/>
            <a:ext cx="4773401" cy="2139475"/>
          </a:xfrm>
          <a:prstGeom prst="rect">
            <a:avLst/>
          </a:prstGeom>
        </p:spPr>
      </p:pic>
      <p:pic>
        <p:nvPicPr>
          <p:cNvPr id="5" name="Picture 4" descr="A screenshot of a login form">
            <a:extLst>
              <a:ext uri="{FF2B5EF4-FFF2-40B4-BE49-F238E27FC236}">
                <a16:creationId xmlns:a16="http://schemas.microsoft.com/office/drawing/2014/main" id="{30417539-85B4-7FEE-E3FB-53DFCB12CA2F}"/>
              </a:ext>
            </a:extLst>
          </p:cNvPr>
          <p:cNvPicPr>
            <a:picLocks noChangeAspect="1"/>
          </p:cNvPicPr>
          <p:nvPr/>
        </p:nvPicPr>
        <p:blipFill>
          <a:blip r:embed="rId3"/>
          <a:stretch>
            <a:fillRect/>
          </a:stretch>
        </p:blipFill>
        <p:spPr>
          <a:xfrm>
            <a:off x="5515897" y="1981692"/>
            <a:ext cx="2939844" cy="2369082"/>
          </a:xfrm>
          <a:prstGeom prst="rect">
            <a:avLst/>
          </a:prstGeom>
        </p:spPr>
      </p:pic>
      <p:pic>
        <p:nvPicPr>
          <p:cNvPr id="6" name="Picture 5" descr="A screenshot of a login form">
            <a:extLst>
              <a:ext uri="{FF2B5EF4-FFF2-40B4-BE49-F238E27FC236}">
                <a16:creationId xmlns:a16="http://schemas.microsoft.com/office/drawing/2014/main" id="{0504A71E-56AB-7F9F-A7ED-DAD1C4BE77D9}"/>
              </a:ext>
            </a:extLst>
          </p:cNvPr>
          <p:cNvPicPr>
            <a:picLocks noChangeAspect="1"/>
          </p:cNvPicPr>
          <p:nvPr/>
        </p:nvPicPr>
        <p:blipFill>
          <a:blip r:embed="rId4"/>
          <a:stretch>
            <a:fillRect/>
          </a:stretch>
        </p:blipFill>
        <p:spPr>
          <a:xfrm>
            <a:off x="8627872" y="1898118"/>
            <a:ext cx="3205090" cy="2536230"/>
          </a:xfrm>
          <a:prstGeom prst="rect">
            <a:avLst/>
          </a:prstGeom>
        </p:spPr>
      </p:pic>
      <p:sp>
        <p:nvSpPr>
          <p:cNvPr id="8" name="TextBox 7">
            <a:extLst>
              <a:ext uri="{FF2B5EF4-FFF2-40B4-BE49-F238E27FC236}">
                <a16:creationId xmlns:a16="http://schemas.microsoft.com/office/drawing/2014/main" id="{BF0D9B30-C087-B6F7-F43C-26F790CFE994}"/>
              </a:ext>
            </a:extLst>
          </p:cNvPr>
          <p:cNvSpPr txBox="1"/>
          <p:nvPr/>
        </p:nvSpPr>
        <p:spPr>
          <a:xfrm>
            <a:off x="1523999" y="4267200"/>
            <a:ext cx="2821858" cy="369332"/>
          </a:xfrm>
          <a:prstGeom prst="rect">
            <a:avLst/>
          </a:prstGeom>
          <a:noFill/>
        </p:spPr>
        <p:txBody>
          <a:bodyPr wrap="square">
            <a:spAutoFit/>
          </a:bodyPr>
          <a:lstStyle/>
          <a:p>
            <a:pPr algn="ctr"/>
            <a:r>
              <a:rPr lang="en-GB" dirty="0">
                <a:latin typeface="Calibri"/>
                <a:ea typeface="Calibri"/>
                <a:cs typeface="Calibri"/>
              </a:rPr>
              <a:t>Fig 1: Home Page</a:t>
            </a:r>
            <a:endParaRPr lang="en-US" dirty="0">
              <a:latin typeface="Calibri"/>
              <a:ea typeface="Calibri"/>
              <a:cs typeface="Calibri"/>
            </a:endParaRPr>
          </a:p>
        </p:txBody>
      </p:sp>
      <p:sp>
        <p:nvSpPr>
          <p:cNvPr id="10" name="TextBox 9">
            <a:extLst>
              <a:ext uri="{FF2B5EF4-FFF2-40B4-BE49-F238E27FC236}">
                <a16:creationId xmlns:a16="http://schemas.microsoft.com/office/drawing/2014/main" id="{0C46625D-E30A-8D91-27BC-57916048A267}"/>
              </a:ext>
            </a:extLst>
          </p:cNvPr>
          <p:cNvSpPr txBox="1"/>
          <p:nvPr/>
        </p:nvSpPr>
        <p:spPr>
          <a:xfrm>
            <a:off x="5515897" y="4374698"/>
            <a:ext cx="2330248" cy="369332"/>
          </a:xfrm>
          <a:prstGeom prst="rect">
            <a:avLst/>
          </a:prstGeom>
          <a:noFill/>
        </p:spPr>
        <p:txBody>
          <a:bodyPr wrap="square">
            <a:spAutoFit/>
          </a:bodyPr>
          <a:lstStyle/>
          <a:p>
            <a:pPr algn="ctr"/>
            <a:r>
              <a:rPr lang="en-GB" dirty="0">
                <a:latin typeface="Calibri"/>
                <a:ea typeface="Calibri"/>
                <a:cs typeface="Calibri"/>
              </a:rPr>
              <a:t>Fig 2: Login Page</a:t>
            </a:r>
            <a:endParaRPr lang="en-US" dirty="0">
              <a:latin typeface="Calibri"/>
              <a:ea typeface="Calibri"/>
              <a:cs typeface="Calibri"/>
            </a:endParaRPr>
          </a:p>
        </p:txBody>
      </p:sp>
      <p:sp>
        <p:nvSpPr>
          <p:cNvPr id="12" name="TextBox 11">
            <a:extLst>
              <a:ext uri="{FF2B5EF4-FFF2-40B4-BE49-F238E27FC236}">
                <a16:creationId xmlns:a16="http://schemas.microsoft.com/office/drawing/2014/main" id="{6A3DF87E-6191-D3BB-F123-0E4D7BCC6571}"/>
              </a:ext>
            </a:extLst>
          </p:cNvPr>
          <p:cNvSpPr txBox="1"/>
          <p:nvPr/>
        </p:nvSpPr>
        <p:spPr>
          <a:xfrm>
            <a:off x="9144000" y="4434348"/>
            <a:ext cx="2200589" cy="369332"/>
          </a:xfrm>
          <a:prstGeom prst="rect">
            <a:avLst/>
          </a:prstGeom>
          <a:noFill/>
        </p:spPr>
        <p:txBody>
          <a:bodyPr wrap="square">
            <a:spAutoFit/>
          </a:bodyPr>
          <a:lstStyle/>
          <a:p>
            <a:pPr algn="ctr"/>
            <a:r>
              <a:rPr lang="en-GB" dirty="0">
                <a:latin typeface="Calibri"/>
                <a:ea typeface="Calibri"/>
                <a:cs typeface="Calibri"/>
              </a:rPr>
              <a:t>Fig 3:Register Page</a:t>
            </a:r>
            <a:endParaRPr lang="en-US" dirty="0">
              <a:latin typeface="Calibri"/>
              <a:ea typeface="Calibri"/>
              <a:cs typeface="Calibri"/>
            </a:endParaRPr>
          </a:p>
        </p:txBody>
      </p:sp>
    </p:spTree>
    <p:extLst>
      <p:ext uri="{BB962C8B-B14F-4D97-AF65-F5344CB8AC3E}">
        <p14:creationId xmlns:p14="http://schemas.microsoft.com/office/powerpoint/2010/main" val="2757757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CFAD8F-20E9-DDA5-C0A4-55FBF3066FC9}"/>
              </a:ext>
            </a:extLst>
          </p:cNvPr>
          <p:cNvPicPr>
            <a:picLocks noChangeAspect="1"/>
          </p:cNvPicPr>
          <p:nvPr/>
        </p:nvPicPr>
        <p:blipFill>
          <a:blip r:embed="rId3"/>
          <a:stretch>
            <a:fillRect/>
          </a:stretch>
        </p:blipFill>
        <p:spPr>
          <a:xfrm>
            <a:off x="299073" y="572471"/>
            <a:ext cx="7285379" cy="2270563"/>
          </a:xfrm>
          <a:prstGeom prst="rect">
            <a:avLst/>
          </a:prstGeom>
        </p:spPr>
      </p:pic>
      <p:pic>
        <p:nvPicPr>
          <p:cNvPr id="4" name="Picture 3" descr="A screenshot of a graph">
            <a:extLst>
              <a:ext uri="{FF2B5EF4-FFF2-40B4-BE49-F238E27FC236}">
                <a16:creationId xmlns:a16="http://schemas.microsoft.com/office/drawing/2014/main" id="{AAD6843E-45CD-F1A7-F1A1-C28A6B10588A}"/>
              </a:ext>
            </a:extLst>
          </p:cNvPr>
          <p:cNvPicPr>
            <a:picLocks noChangeAspect="1"/>
          </p:cNvPicPr>
          <p:nvPr/>
        </p:nvPicPr>
        <p:blipFill>
          <a:blip r:embed="rId4"/>
          <a:stretch>
            <a:fillRect/>
          </a:stretch>
        </p:blipFill>
        <p:spPr>
          <a:xfrm>
            <a:off x="211015" y="3429000"/>
            <a:ext cx="7717134" cy="2278465"/>
          </a:xfrm>
          <a:prstGeom prst="rect">
            <a:avLst/>
          </a:prstGeom>
        </p:spPr>
      </p:pic>
      <p:sp>
        <p:nvSpPr>
          <p:cNvPr id="6" name="TextBox 5">
            <a:extLst>
              <a:ext uri="{FF2B5EF4-FFF2-40B4-BE49-F238E27FC236}">
                <a16:creationId xmlns:a16="http://schemas.microsoft.com/office/drawing/2014/main" id="{6C843AFD-2EB0-9593-B76B-7A430A2C8DA8}"/>
              </a:ext>
            </a:extLst>
          </p:cNvPr>
          <p:cNvSpPr txBox="1"/>
          <p:nvPr/>
        </p:nvSpPr>
        <p:spPr>
          <a:xfrm>
            <a:off x="7821291" y="1523087"/>
            <a:ext cx="1764836" cy="369332"/>
          </a:xfrm>
          <a:prstGeom prst="rect">
            <a:avLst/>
          </a:prstGeom>
          <a:noFill/>
        </p:spPr>
        <p:txBody>
          <a:bodyPr wrap="square">
            <a:spAutoFit/>
          </a:bodyPr>
          <a:lstStyle/>
          <a:p>
            <a:r>
              <a:rPr lang="en-GB" dirty="0">
                <a:latin typeface="Calibri"/>
                <a:ea typeface="Calibri"/>
                <a:cs typeface="Calibri"/>
              </a:rPr>
              <a:t>Fig 4: Dashboard</a:t>
            </a:r>
          </a:p>
        </p:txBody>
      </p:sp>
      <p:sp>
        <p:nvSpPr>
          <p:cNvPr id="8" name="TextBox 7">
            <a:extLst>
              <a:ext uri="{FF2B5EF4-FFF2-40B4-BE49-F238E27FC236}">
                <a16:creationId xmlns:a16="http://schemas.microsoft.com/office/drawing/2014/main" id="{E9C7EA91-2CA5-FDB5-1593-30361FE1DB5C}"/>
              </a:ext>
            </a:extLst>
          </p:cNvPr>
          <p:cNvSpPr txBox="1"/>
          <p:nvPr/>
        </p:nvSpPr>
        <p:spPr>
          <a:xfrm>
            <a:off x="8298425" y="4396822"/>
            <a:ext cx="1415845" cy="369332"/>
          </a:xfrm>
          <a:prstGeom prst="rect">
            <a:avLst/>
          </a:prstGeom>
          <a:noFill/>
        </p:spPr>
        <p:txBody>
          <a:bodyPr wrap="square">
            <a:spAutoFit/>
          </a:bodyPr>
          <a:lstStyle/>
          <a:p>
            <a:pPr algn="ctr"/>
            <a:r>
              <a:rPr lang="en-GB" dirty="0">
                <a:latin typeface="Calibri"/>
                <a:ea typeface="Calibri"/>
                <a:cs typeface="Calibri"/>
              </a:rPr>
              <a:t>Fig 5: Graphs</a:t>
            </a:r>
            <a:endParaRPr lang="en-US" dirty="0">
              <a:latin typeface="Calibri"/>
              <a:ea typeface="Calibri"/>
              <a:cs typeface="Calibri"/>
            </a:endParaRPr>
          </a:p>
        </p:txBody>
      </p:sp>
    </p:spTree>
    <p:extLst>
      <p:ext uri="{BB962C8B-B14F-4D97-AF65-F5344CB8AC3E}">
        <p14:creationId xmlns:p14="http://schemas.microsoft.com/office/powerpoint/2010/main" val="3825212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0A9EF-2536-706B-FFCB-1F1AA3DA131C}"/>
              </a:ext>
            </a:extLst>
          </p:cNvPr>
          <p:cNvSpPr>
            <a:spLocks noGrp="1"/>
          </p:cNvSpPr>
          <p:nvPr>
            <p:ph type="title"/>
          </p:nvPr>
        </p:nvSpPr>
        <p:spPr/>
        <p:txBody>
          <a:bodyPr/>
          <a:lstStyle/>
          <a:p>
            <a:r>
              <a:rPr lang="en-IN" dirty="0">
                <a:solidFill>
                  <a:schemeClr val="accent3"/>
                </a:solidFill>
                <a:latin typeface="Cooper Black" panose="0208090404030B020404" pitchFamily="18" charset="0"/>
              </a:rPr>
              <a:t>Conclusion</a:t>
            </a:r>
          </a:p>
        </p:txBody>
      </p:sp>
      <p:sp>
        <p:nvSpPr>
          <p:cNvPr id="7" name="Content Placeholder 6">
            <a:extLst>
              <a:ext uri="{FF2B5EF4-FFF2-40B4-BE49-F238E27FC236}">
                <a16:creationId xmlns:a16="http://schemas.microsoft.com/office/drawing/2014/main" id="{BA173E7D-F555-B5AA-B237-D93AE490F562}"/>
              </a:ext>
            </a:extLst>
          </p:cNvPr>
          <p:cNvSpPr>
            <a:spLocks noGrp="1"/>
          </p:cNvSpPr>
          <p:nvPr>
            <p:ph idx="1"/>
          </p:nvPr>
        </p:nvSpPr>
        <p:spPr>
          <a:xfrm>
            <a:off x="1494502" y="2251587"/>
            <a:ext cx="9661177" cy="2507226"/>
          </a:xfrm>
        </p:spPr>
        <p:txBody>
          <a:bodyPr/>
          <a:lstStyle/>
          <a:p>
            <a:pPr algn="just"/>
            <a:r>
              <a:rPr lang="en-US" dirty="0">
                <a:solidFill>
                  <a:schemeClr val="accent2"/>
                </a:solidFill>
                <a:ea typeface="+mn-lt"/>
                <a:cs typeface="+mn-lt"/>
              </a:rPr>
              <a:t>The Smart AQI Prediction System successfully delivers a complete full-stack solution by integrating real-time air quality data, machine learning-based AQI prediction, and secure user authentication into a single platform. The system provides accurate current AQI values, pollutant-level insights, and future AQI trends across multiple Indian cities, enabling users to better understand air pollution conditions. By combining data visualization, health-based recommendations, and secure access, the application empowers users to take informed preventive measures, thereby contributing to improved public health awareness and environmental sustainability</a:t>
            </a:r>
            <a:r>
              <a:rPr lang="en-US" dirty="0">
                <a:ea typeface="+mn-lt"/>
                <a:cs typeface="+mn-lt"/>
              </a:rPr>
              <a:t>.</a:t>
            </a:r>
            <a:endParaRPr lang="en-US" dirty="0">
              <a:ea typeface="Calibri"/>
              <a:cs typeface="Calibri"/>
            </a:endParaRPr>
          </a:p>
          <a:p>
            <a:endParaRPr lang="en-IN" dirty="0"/>
          </a:p>
        </p:txBody>
      </p:sp>
    </p:spTree>
    <p:extLst>
      <p:ext uri="{BB962C8B-B14F-4D97-AF65-F5344CB8AC3E}">
        <p14:creationId xmlns:p14="http://schemas.microsoft.com/office/powerpoint/2010/main" val="2805384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EDA80-ACD0-C437-2594-6BE57FDB2F2A}"/>
              </a:ext>
            </a:extLst>
          </p:cNvPr>
          <p:cNvSpPr>
            <a:spLocks noGrp="1"/>
          </p:cNvSpPr>
          <p:nvPr>
            <p:ph type="title"/>
          </p:nvPr>
        </p:nvSpPr>
        <p:spPr>
          <a:xfrm>
            <a:off x="2074606" y="2212258"/>
            <a:ext cx="7256207" cy="1366684"/>
          </a:xfrm>
        </p:spPr>
        <p:txBody>
          <a:bodyPr>
            <a:normAutofit/>
          </a:bodyPr>
          <a:lstStyle/>
          <a:p>
            <a:r>
              <a:rPr lang="en-IN" dirty="0">
                <a:latin typeface="Forte" panose="03060902040502070203" pitchFamily="66" charset="0"/>
              </a:rPr>
              <a:t>            THANK YOU</a:t>
            </a:r>
            <a:br>
              <a:rPr lang="en-IN" dirty="0">
                <a:latin typeface="Forte" panose="03060902040502070203" pitchFamily="66" charset="0"/>
              </a:rPr>
            </a:br>
            <a:r>
              <a:rPr lang="en-IN" dirty="0">
                <a:latin typeface="Forte" panose="03060902040502070203" pitchFamily="66" charset="0"/>
              </a:rPr>
              <a:t>              </a:t>
            </a:r>
            <a:r>
              <a:rPr lang="en-IN" sz="1600" dirty="0">
                <a:latin typeface="Forte" panose="03060902040502070203" pitchFamily="66" charset="0"/>
              </a:rPr>
              <a:t>Questions &amp; Discussions Welcome</a:t>
            </a:r>
          </a:p>
        </p:txBody>
      </p:sp>
    </p:spTree>
    <p:extLst>
      <p:ext uri="{BB962C8B-B14F-4D97-AF65-F5344CB8AC3E}">
        <p14:creationId xmlns:p14="http://schemas.microsoft.com/office/powerpoint/2010/main" val="417645210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324</TotalTime>
  <Words>998</Words>
  <Application>Microsoft Office PowerPoint</Application>
  <PresentationFormat>Widescreen</PresentationFormat>
  <Paragraphs>117</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Cooper Black</vt:lpstr>
      <vt:lpstr>Forte</vt:lpstr>
      <vt:lpstr>Franklin Gothic Book</vt:lpstr>
      <vt:lpstr>Times New Roman</vt:lpstr>
      <vt:lpstr>Wingdings</vt:lpstr>
      <vt:lpstr>Retrospect</vt:lpstr>
      <vt:lpstr>AIR AWARE:SMART AIR QUALITY PREDICTION SYSTEM</vt:lpstr>
      <vt:lpstr>Contents</vt:lpstr>
      <vt:lpstr>Introduction</vt:lpstr>
      <vt:lpstr>PowerPoint Presentation</vt:lpstr>
      <vt:lpstr>PowerPoint Presentation</vt:lpstr>
      <vt:lpstr>PowerPoint Presentation</vt:lpstr>
      <vt:lpstr>Objective</vt:lpstr>
      <vt:lpstr>System architecture</vt:lpstr>
      <vt:lpstr>Frontend and Backend Implementation</vt:lpstr>
      <vt:lpstr>Machine Learning Model</vt:lpstr>
      <vt:lpstr>Authentication and Database</vt:lpstr>
      <vt:lpstr>Technology Stack &amp; Development Tools</vt:lpstr>
      <vt:lpstr>Progress Journey Across All Milestones</vt:lpstr>
      <vt:lpstr>Team Contribution </vt:lpstr>
      <vt:lpstr>Output Snippets</vt:lpstr>
      <vt:lpstr>PowerPoint Presentation</vt:lpstr>
      <vt:lpstr>Conclusion</vt:lpstr>
      <vt:lpstr>            THANK YOU               Questions &amp; Discussions Welcome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mallela ruchitha</dc:creator>
  <cp:lastModifiedBy>mallela ruchitha</cp:lastModifiedBy>
  <cp:revision>1</cp:revision>
  <dcterms:created xsi:type="dcterms:W3CDTF">2025-12-30T12:43:19Z</dcterms:created>
  <dcterms:modified xsi:type="dcterms:W3CDTF">2026-01-14T07:03:59Z</dcterms:modified>
</cp:coreProperties>
</file>